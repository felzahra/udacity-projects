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36"/>
  </p:notesMasterIdLst>
  <p:sldIdLst>
    <p:sldId id="256" r:id="rId2"/>
    <p:sldId id="257" r:id="rId3"/>
    <p:sldId id="258" r:id="rId4"/>
    <p:sldId id="259" r:id="rId5"/>
    <p:sldId id="260" r:id="rId6"/>
    <p:sldId id="286" r:id="rId7"/>
    <p:sldId id="284" r:id="rId8"/>
    <p:sldId id="285" r:id="rId9"/>
    <p:sldId id="261" r:id="rId10"/>
    <p:sldId id="262" r:id="rId11"/>
    <p:sldId id="263" r:id="rId12"/>
    <p:sldId id="264" r:id="rId13"/>
    <p:sldId id="265" r:id="rId14"/>
    <p:sldId id="266" r:id="rId15"/>
    <p:sldId id="267" r:id="rId16"/>
    <p:sldId id="268" r:id="rId17"/>
    <p:sldId id="269" r:id="rId18"/>
    <p:sldId id="287" r:id="rId19"/>
    <p:sldId id="270" r:id="rId20"/>
    <p:sldId id="271" r:id="rId21"/>
    <p:sldId id="272" r:id="rId22"/>
    <p:sldId id="273" r:id="rId23"/>
    <p:sldId id="274" r:id="rId24"/>
    <p:sldId id="288" r:id="rId25"/>
    <p:sldId id="275" r:id="rId26"/>
    <p:sldId id="276" r:id="rId27"/>
    <p:sldId id="277" r:id="rId28"/>
    <p:sldId id="278" r:id="rId29"/>
    <p:sldId id="279" r:id="rId30"/>
    <p:sldId id="289" r:id="rId31"/>
    <p:sldId id="280" r:id="rId32"/>
    <p:sldId id="281" r:id="rId33"/>
    <p:sldId id="282" r:id="rId34"/>
    <p:sldId id="283" r:id="rId35"/>
  </p:sldIdLst>
  <p:sldSz cx="7772400" cy="10058400"/>
  <p:notesSz cx="6858000" cy="9144000"/>
  <p:embeddedFontLst>
    <p:embeddedFont>
      <p:font typeface="Calibri" panose="020F0502020204030204" pitchFamily="34" charset="0"/>
      <p:regular r:id="rId37"/>
      <p:bold r:id="rId38"/>
      <p:italic r:id="rId39"/>
      <p:boldItalic r:id="rId40"/>
    </p:embeddedFont>
    <p:embeddedFont>
      <p:font typeface="Helvetica Neue" panose="020B0604020202020204"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Open Sans Light" panose="020B0306030504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FB13BF-DCB7-483A-8622-30FCAF4F124B}">
  <a:tblStyle styleId="{7BFB13BF-DCB7-483A-8622-30FCAF4F124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fill>
          <a:solidFill>
            <a:srgbClr val="FFFFFF"/>
          </a:solidFill>
        </a:fill>
      </a:tcStyle>
    </a:band2H>
    <a:band1V>
      <a:tcTxStyle b="off" i="off"/>
      <a:tcStyle>
        <a:tcBdr/>
      </a:tcStyle>
    </a:band1V>
    <a:band2V>
      <a:tcTxStyle b="off" i="off"/>
      <a:tcStyle>
        <a:tcBdr/>
      </a:tcStyle>
    </a:band2V>
    <a:lastCol>
      <a:tcTxStyle b="off" i="off"/>
      <a:tcStyle>
        <a:tcBdr/>
      </a:tcStyle>
    </a:lastCol>
    <a:firstCo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fill>
          <a:solidFill>
            <a:srgbClr val="FFFFFF">
              <a:alpha val="0"/>
            </a:srgbClr>
          </a:solidFill>
        </a:fill>
      </a:tcStyle>
    </a:firstRow>
    <a:neCell>
      <a:tcTxStyle b="off" i="off"/>
      <a:tcStyle>
        <a:tcBdr/>
      </a:tcStyle>
    </a:neCell>
    <a:nwCell>
      <a:tcTxStyle b="off" i="off"/>
      <a:tcStyle>
        <a:tcBdr/>
      </a:tcStyle>
    </a:nwCell>
  </a:tblStyle>
  <a:tblStyle styleId="{764F3631-8F58-4481-B3CA-94ADB499B15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24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5: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6: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7: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60c7ae241d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60c7ae241d_0_2: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8: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9: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0: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1: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2: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13: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14: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6: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7: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60d3c100d5_0_2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g360d3c100d5_0_240: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60d3c100d5_0_4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60d3c100d5_0_448: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p21: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612aab527e_0_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3612aab527e_0_12: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60d3c100d5_0_2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360d3c100d5_0_213: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60d3c100d5_0_2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g360d3c100d5_0_222: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22: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23: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24: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612aab527e_0_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g3612aab527e_0_4: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25:notes"/>
          <p:cNvSpPr>
            <a:spLocks noGrp="1" noRot="1" noChangeAspect="1"/>
          </p:cNvSpPr>
          <p:nvPr>
            <p:ph type="sldImg" idx="2"/>
          </p:nvPr>
        </p:nvSpPr>
        <p:spPr>
          <a:xfrm>
            <a:off x="2103438" y="685800"/>
            <a:ext cx="26511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x">
  <p:cSld name="TITLE_AND_BODY">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64951" y="1456058"/>
            <a:ext cx="7242601" cy="40140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5200"/>
              <a:buFont typeface="Open Sans"/>
              <a:buNone/>
              <a:defRPr>
                <a:solidFill>
                  <a:srgbClr val="2E3D49"/>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2" name="Google Shape;12;p2"/>
          <p:cNvSpPr txBox="1">
            <a:spLocks noGrp="1"/>
          </p:cNvSpPr>
          <p:nvPr>
            <p:ph type="body" idx="1"/>
          </p:nvPr>
        </p:nvSpPr>
        <p:spPr>
          <a:xfrm>
            <a:off x="264944" y="5542288"/>
            <a:ext cx="7242601" cy="1550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25C65"/>
              </a:buClr>
              <a:buSzPts val="2800"/>
              <a:buFont typeface="Open Sans"/>
              <a:buNone/>
              <a:defRPr>
                <a:solidFill>
                  <a:srgbClr val="525C65"/>
                </a:solidFill>
              </a:defRPr>
            </a:lvl1pPr>
            <a:lvl2pPr marL="914400" lvl="1" indent="-228600" algn="ctr">
              <a:lnSpc>
                <a:spcPct val="100000"/>
              </a:lnSpc>
              <a:spcBef>
                <a:spcPts val="0"/>
              </a:spcBef>
              <a:spcAft>
                <a:spcPts val="0"/>
              </a:spcAft>
              <a:buClr>
                <a:srgbClr val="525C65"/>
              </a:buClr>
              <a:buSzPts val="2800"/>
              <a:buFont typeface="Open Sans"/>
              <a:buNone/>
              <a:defRPr>
                <a:solidFill>
                  <a:srgbClr val="525C65"/>
                </a:solidFill>
              </a:defRPr>
            </a:lvl2pPr>
            <a:lvl3pPr marL="1371600" lvl="2" indent="-228600" algn="ctr">
              <a:lnSpc>
                <a:spcPct val="100000"/>
              </a:lnSpc>
              <a:spcBef>
                <a:spcPts val="0"/>
              </a:spcBef>
              <a:spcAft>
                <a:spcPts val="0"/>
              </a:spcAft>
              <a:buClr>
                <a:srgbClr val="525C65"/>
              </a:buClr>
              <a:buSzPts val="2800"/>
              <a:buFont typeface="Open Sans"/>
              <a:buNone/>
              <a:defRPr>
                <a:solidFill>
                  <a:srgbClr val="525C65"/>
                </a:solidFill>
              </a:defRPr>
            </a:lvl3pPr>
            <a:lvl4pPr marL="1828800" lvl="3" indent="-228600" algn="ctr">
              <a:lnSpc>
                <a:spcPct val="100000"/>
              </a:lnSpc>
              <a:spcBef>
                <a:spcPts val="0"/>
              </a:spcBef>
              <a:spcAft>
                <a:spcPts val="0"/>
              </a:spcAft>
              <a:buClr>
                <a:srgbClr val="525C65"/>
              </a:buClr>
              <a:buSzPts val="2800"/>
              <a:buFont typeface="Open Sans"/>
              <a:buNone/>
              <a:defRPr>
                <a:solidFill>
                  <a:srgbClr val="525C65"/>
                </a:solidFill>
              </a:defRPr>
            </a:lvl4pPr>
            <a:lvl5pPr marL="2286000" lvl="4" indent="-228600" algn="ctr">
              <a:lnSpc>
                <a:spcPct val="100000"/>
              </a:lnSpc>
              <a:spcBef>
                <a:spcPts val="0"/>
              </a:spcBef>
              <a:spcAft>
                <a:spcPts val="0"/>
              </a:spcAft>
              <a:buClr>
                <a:srgbClr val="525C65"/>
              </a:buClr>
              <a:buSzPts val="2800"/>
              <a:buFont typeface="Open Sans"/>
              <a:buNone/>
              <a:defRPr>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3" name="Google Shape;13;p2"/>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3"/>
          <p:cNvSpPr txBox="1">
            <a:spLocks noGrp="1"/>
          </p:cNvSpPr>
          <p:nvPr>
            <p:ph type="body" idx="1"/>
          </p:nvPr>
        </p:nvSpPr>
        <p:spPr>
          <a:xfrm>
            <a:off x="264944" y="2253728"/>
            <a:ext cx="7242601" cy="6239702"/>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585858"/>
              </a:buClr>
              <a:buSzPts val="1800"/>
              <a:buFont typeface="Helvetica Neue"/>
              <a:buChar char="●"/>
              <a:defRPr sz="1800"/>
            </a:lvl1pPr>
            <a:lvl2pPr marL="914400" lvl="1" indent="-342900" algn="l">
              <a:lnSpc>
                <a:spcPct val="115000"/>
              </a:lnSpc>
              <a:spcBef>
                <a:spcPts val="0"/>
              </a:spcBef>
              <a:spcAft>
                <a:spcPts val="0"/>
              </a:spcAft>
              <a:buClr>
                <a:srgbClr val="585858"/>
              </a:buClr>
              <a:buSzPts val="1800"/>
              <a:buFont typeface="Helvetica Neue"/>
              <a:buChar char="○"/>
              <a:defRPr sz="1800"/>
            </a:lvl2pPr>
            <a:lvl3pPr marL="1371600" lvl="2" indent="-342900" algn="l">
              <a:lnSpc>
                <a:spcPct val="115000"/>
              </a:lnSpc>
              <a:spcBef>
                <a:spcPts val="0"/>
              </a:spcBef>
              <a:spcAft>
                <a:spcPts val="0"/>
              </a:spcAft>
              <a:buClr>
                <a:srgbClr val="585858"/>
              </a:buClr>
              <a:buSzPts val="1800"/>
              <a:buFont typeface="Helvetica Neue"/>
              <a:buChar char="■"/>
              <a:defRPr sz="1800"/>
            </a:lvl3pPr>
            <a:lvl4pPr marL="1828800" lvl="3" indent="-342900" algn="l">
              <a:lnSpc>
                <a:spcPct val="115000"/>
              </a:lnSpc>
              <a:spcBef>
                <a:spcPts val="0"/>
              </a:spcBef>
              <a:spcAft>
                <a:spcPts val="0"/>
              </a:spcAft>
              <a:buClr>
                <a:srgbClr val="585858"/>
              </a:buClr>
              <a:buSzPts val="1800"/>
              <a:buFont typeface="Helvetica Neue"/>
              <a:buChar char="●"/>
              <a:defRPr sz="1800"/>
            </a:lvl4pPr>
            <a:lvl5pPr marL="2286000" lvl="4" indent="-342900" algn="l">
              <a:lnSpc>
                <a:spcPct val="115000"/>
              </a:lnSpc>
              <a:spcBef>
                <a:spcPts val="0"/>
              </a:spcBef>
              <a:spcAft>
                <a:spcPts val="0"/>
              </a:spcAft>
              <a:buClr>
                <a:srgbClr val="585858"/>
              </a:buClr>
              <a:buSzPts val="1800"/>
              <a:buFont typeface="Helvetica Neue"/>
              <a:buChar char="○"/>
              <a:defRPr sz="18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pic>
        <p:nvPicPr>
          <p:cNvPr id="17" name="Google Shape;17;p3" descr="Google Shape;104;p29"/>
          <p:cNvPicPr preferRelativeResize="0"/>
          <p:nvPr/>
        </p:nvPicPr>
        <p:blipFill rotWithShape="1">
          <a:blip r:embed="rId2">
            <a:alphaModFix/>
          </a:blip>
          <a:srcRect/>
          <a:stretch/>
        </p:blipFill>
        <p:spPr>
          <a:xfrm>
            <a:off x="6636149" y="125138"/>
            <a:ext cx="871401" cy="871401"/>
          </a:xfrm>
          <a:prstGeom prst="rect">
            <a:avLst/>
          </a:prstGeom>
          <a:noFill/>
          <a:ln>
            <a:noFill/>
          </a:ln>
        </p:spPr>
      </p:pic>
      <p:sp>
        <p:nvSpPr>
          <p:cNvPr id="18" name="Google Shape;18;p3"/>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264951" y="1456058"/>
            <a:ext cx="7242601" cy="40140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5200"/>
              <a:buFont typeface="Open Sans"/>
              <a:buNone/>
              <a:defRPr>
                <a:solidFill>
                  <a:srgbClr val="2E3D49"/>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1" name="Google Shape;21;p4"/>
          <p:cNvSpPr txBox="1">
            <a:spLocks noGrp="1"/>
          </p:cNvSpPr>
          <p:nvPr>
            <p:ph type="body" idx="1"/>
          </p:nvPr>
        </p:nvSpPr>
        <p:spPr>
          <a:xfrm>
            <a:off x="264944" y="5542288"/>
            <a:ext cx="7242601" cy="1550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25C65"/>
              </a:buClr>
              <a:buSzPts val="2800"/>
              <a:buFont typeface="Open Sans"/>
              <a:buNone/>
              <a:defRPr>
                <a:solidFill>
                  <a:srgbClr val="525C65"/>
                </a:solidFill>
              </a:defRPr>
            </a:lvl1pPr>
            <a:lvl2pPr marL="914400" lvl="1" indent="-228600" algn="ctr">
              <a:lnSpc>
                <a:spcPct val="100000"/>
              </a:lnSpc>
              <a:spcBef>
                <a:spcPts val="0"/>
              </a:spcBef>
              <a:spcAft>
                <a:spcPts val="0"/>
              </a:spcAft>
              <a:buClr>
                <a:srgbClr val="525C65"/>
              </a:buClr>
              <a:buSzPts val="2800"/>
              <a:buFont typeface="Open Sans"/>
              <a:buNone/>
              <a:defRPr>
                <a:solidFill>
                  <a:srgbClr val="525C65"/>
                </a:solidFill>
              </a:defRPr>
            </a:lvl2pPr>
            <a:lvl3pPr marL="1371600" lvl="2" indent="-228600" algn="ctr">
              <a:lnSpc>
                <a:spcPct val="100000"/>
              </a:lnSpc>
              <a:spcBef>
                <a:spcPts val="0"/>
              </a:spcBef>
              <a:spcAft>
                <a:spcPts val="0"/>
              </a:spcAft>
              <a:buClr>
                <a:srgbClr val="525C65"/>
              </a:buClr>
              <a:buSzPts val="2800"/>
              <a:buFont typeface="Open Sans"/>
              <a:buNone/>
              <a:defRPr>
                <a:solidFill>
                  <a:srgbClr val="525C65"/>
                </a:solidFill>
              </a:defRPr>
            </a:lvl3pPr>
            <a:lvl4pPr marL="1828800" lvl="3" indent="-228600" algn="ctr">
              <a:lnSpc>
                <a:spcPct val="100000"/>
              </a:lnSpc>
              <a:spcBef>
                <a:spcPts val="0"/>
              </a:spcBef>
              <a:spcAft>
                <a:spcPts val="0"/>
              </a:spcAft>
              <a:buClr>
                <a:srgbClr val="525C65"/>
              </a:buClr>
              <a:buSzPts val="2800"/>
              <a:buFont typeface="Open Sans"/>
              <a:buNone/>
              <a:defRPr>
                <a:solidFill>
                  <a:srgbClr val="525C65"/>
                </a:solidFill>
              </a:defRPr>
            </a:lvl4pPr>
            <a:lvl5pPr marL="2286000" lvl="4" indent="-228600" algn="ctr">
              <a:lnSpc>
                <a:spcPct val="100000"/>
              </a:lnSpc>
              <a:spcBef>
                <a:spcPts val="0"/>
              </a:spcBef>
              <a:spcAft>
                <a:spcPts val="0"/>
              </a:spcAft>
              <a:buClr>
                <a:srgbClr val="525C65"/>
              </a:buClr>
              <a:buSzPts val="2800"/>
              <a:buFont typeface="Open Sans"/>
              <a:buNone/>
              <a:defRPr>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22" name="Google Shape;22;p4"/>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p:cSld name="TITLE 2">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64951" y="1456058"/>
            <a:ext cx="7242601" cy="40140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5" name="Google Shape;25;p5"/>
          <p:cNvSpPr txBox="1">
            <a:spLocks noGrp="1"/>
          </p:cNvSpPr>
          <p:nvPr>
            <p:ph type="body" idx="1"/>
          </p:nvPr>
        </p:nvSpPr>
        <p:spPr>
          <a:xfrm>
            <a:off x="264944" y="5542288"/>
            <a:ext cx="7242601" cy="1550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26" name="Google Shape;26;p5"/>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p:cSld name="TITLE 3">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64951" y="1456058"/>
            <a:ext cx="7242601" cy="40140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6"/>
          <p:cNvSpPr txBox="1">
            <a:spLocks noGrp="1"/>
          </p:cNvSpPr>
          <p:nvPr>
            <p:ph type="body" idx="1"/>
          </p:nvPr>
        </p:nvSpPr>
        <p:spPr>
          <a:xfrm>
            <a:off x="264944" y="5542288"/>
            <a:ext cx="7242601" cy="1550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30" name="Google Shape;30;p6"/>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2E3D49"/>
        </a:solidFill>
        <a:effectLst/>
      </p:bgPr>
    </p:bg>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64944" y="4206106"/>
            <a:ext cx="7242601" cy="16461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FFFFFF"/>
              </a:buClr>
              <a:buSzPts val="3600"/>
              <a:buFont typeface="Open Sans"/>
              <a:buNone/>
              <a:defRPr sz="3600">
                <a:solidFill>
                  <a:srgbClr val="FFFFFF"/>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3" name="Google Shape;33;p7"/>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AND_BODY">
  <p:cSld name="TITLE_AND_BODY 3">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8"/>
          <p:cNvSpPr txBox="1">
            <a:spLocks noGrp="1"/>
          </p:cNvSpPr>
          <p:nvPr>
            <p:ph type="body" idx="1"/>
          </p:nvPr>
        </p:nvSpPr>
        <p:spPr>
          <a:xfrm>
            <a:off x="264944" y="2253728"/>
            <a:ext cx="7242601" cy="6239702"/>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585858"/>
              </a:buClr>
              <a:buSzPts val="1800"/>
              <a:buFont typeface="Helvetica Neue"/>
              <a:buChar char="●"/>
              <a:defRPr sz="1800"/>
            </a:lvl1pPr>
            <a:lvl2pPr marL="914400" lvl="1" indent="-342900" algn="l">
              <a:lnSpc>
                <a:spcPct val="115000"/>
              </a:lnSpc>
              <a:spcBef>
                <a:spcPts val="0"/>
              </a:spcBef>
              <a:spcAft>
                <a:spcPts val="0"/>
              </a:spcAft>
              <a:buClr>
                <a:srgbClr val="585858"/>
              </a:buClr>
              <a:buSzPts val="1800"/>
              <a:buFont typeface="Helvetica Neue"/>
              <a:buChar char="○"/>
              <a:defRPr sz="1800"/>
            </a:lvl2pPr>
            <a:lvl3pPr marL="1371600" lvl="2" indent="-342900" algn="l">
              <a:lnSpc>
                <a:spcPct val="115000"/>
              </a:lnSpc>
              <a:spcBef>
                <a:spcPts val="0"/>
              </a:spcBef>
              <a:spcAft>
                <a:spcPts val="0"/>
              </a:spcAft>
              <a:buClr>
                <a:srgbClr val="585858"/>
              </a:buClr>
              <a:buSzPts val="1800"/>
              <a:buFont typeface="Helvetica Neue"/>
              <a:buChar char="■"/>
              <a:defRPr sz="1800"/>
            </a:lvl3pPr>
            <a:lvl4pPr marL="1828800" lvl="3" indent="-342900" algn="l">
              <a:lnSpc>
                <a:spcPct val="115000"/>
              </a:lnSpc>
              <a:spcBef>
                <a:spcPts val="0"/>
              </a:spcBef>
              <a:spcAft>
                <a:spcPts val="0"/>
              </a:spcAft>
              <a:buClr>
                <a:srgbClr val="585858"/>
              </a:buClr>
              <a:buSzPts val="1800"/>
              <a:buFont typeface="Helvetica Neue"/>
              <a:buChar char="●"/>
              <a:defRPr sz="1800"/>
            </a:lvl4pPr>
            <a:lvl5pPr marL="2286000" lvl="4" indent="-342900" algn="l">
              <a:lnSpc>
                <a:spcPct val="115000"/>
              </a:lnSpc>
              <a:spcBef>
                <a:spcPts val="0"/>
              </a:spcBef>
              <a:spcAft>
                <a:spcPts val="0"/>
              </a:spcAft>
              <a:buClr>
                <a:srgbClr val="585858"/>
              </a:buClr>
              <a:buSzPts val="1800"/>
              <a:buFont typeface="Helvetica Neue"/>
              <a:buChar char="○"/>
              <a:defRPr sz="18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pic>
        <p:nvPicPr>
          <p:cNvPr id="37" name="Google Shape;37;p8" descr="Google Shape;17;p4"/>
          <p:cNvPicPr preferRelativeResize="0"/>
          <p:nvPr/>
        </p:nvPicPr>
        <p:blipFill rotWithShape="1">
          <a:blip r:embed="rId2">
            <a:alphaModFix/>
          </a:blip>
          <a:srcRect/>
          <a:stretch/>
        </p:blipFill>
        <p:spPr>
          <a:xfrm>
            <a:off x="6636149" y="125138"/>
            <a:ext cx="871401" cy="871401"/>
          </a:xfrm>
          <a:prstGeom prst="rect">
            <a:avLst/>
          </a:prstGeom>
          <a:noFill/>
          <a:ln>
            <a:noFill/>
          </a:ln>
        </p:spPr>
      </p:pic>
      <p:sp>
        <p:nvSpPr>
          <p:cNvPr id="38" name="Google Shape;38;p8"/>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1" name="Google Shape;41;p9"/>
          <p:cNvSpPr txBox="1">
            <a:spLocks noGrp="1"/>
          </p:cNvSpPr>
          <p:nvPr>
            <p:ph type="body" idx="1"/>
          </p:nvPr>
        </p:nvSpPr>
        <p:spPr>
          <a:xfrm>
            <a:off x="264944" y="2253728"/>
            <a:ext cx="3399901" cy="6681001"/>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Clr>
                <a:srgbClr val="585858"/>
              </a:buClr>
              <a:buSzPts val="1400"/>
              <a:buFont typeface="Helvetica Neue"/>
              <a:buChar char="●"/>
              <a:defRPr sz="1400"/>
            </a:lvl1pPr>
            <a:lvl2pPr marL="914400" lvl="1" indent="-317500" algn="l">
              <a:lnSpc>
                <a:spcPct val="115000"/>
              </a:lnSpc>
              <a:spcBef>
                <a:spcPts val="0"/>
              </a:spcBef>
              <a:spcAft>
                <a:spcPts val="0"/>
              </a:spcAft>
              <a:buClr>
                <a:srgbClr val="585858"/>
              </a:buClr>
              <a:buSzPts val="1400"/>
              <a:buFont typeface="Helvetica Neue"/>
              <a:buChar char="○"/>
              <a:defRPr sz="1400"/>
            </a:lvl2pPr>
            <a:lvl3pPr marL="1371600" lvl="2" indent="-317500" algn="l">
              <a:lnSpc>
                <a:spcPct val="115000"/>
              </a:lnSpc>
              <a:spcBef>
                <a:spcPts val="0"/>
              </a:spcBef>
              <a:spcAft>
                <a:spcPts val="0"/>
              </a:spcAft>
              <a:buClr>
                <a:srgbClr val="585858"/>
              </a:buClr>
              <a:buSzPts val="1400"/>
              <a:buFont typeface="Helvetica Neue"/>
              <a:buChar char="■"/>
              <a:defRPr sz="1400"/>
            </a:lvl3pPr>
            <a:lvl4pPr marL="1828800" lvl="3" indent="-317500" algn="l">
              <a:lnSpc>
                <a:spcPct val="115000"/>
              </a:lnSpc>
              <a:spcBef>
                <a:spcPts val="0"/>
              </a:spcBef>
              <a:spcAft>
                <a:spcPts val="0"/>
              </a:spcAft>
              <a:buClr>
                <a:srgbClr val="585858"/>
              </a:buClr>
              <a:buSzPts val="1400"/>
              <a:buFont typeface="Helvetica Neue"/>
              <a:buChar char="●"/>
              <a:defRPr sz="1400"/>
            </a:lvl4pPr>
            <a:lvl5pPr marL="2286000" lvl="4" indent="-317500" algn="l">
              <a:lnSpc>
                <a:spcPct val="115000"/>
              </a:lnSpc>
              <a:spcBef>
                <a:spcPts val="0"/>
              </a:spcBef>
              <a:spcAft>
                <a:spcPts val="0"/>
              </a:spcAft>
              <a:buClr>
                <a:srgbClr val="585858"/>
              </a:buClr>
              <a:buSzPts val="1400"/>
              <a:buFont typeface="Helvetica Neue"/>
              <a:buChar char="○"/>
              <a:defRPr sz="14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42" name="Google Shape;42;p9"/>
          <p:cNvSpPr txBox="1">
            <a:spLocks noGrp="1"/>
          </p:cNvSpPr>
          <p:nvPr>
            <p:ph type="body" idx="2"/>
          </p:nvPr>
        </p:nvSpPr>
        <p:spPr>
          <a:xfrm>
            <a:off x="4107539" y="2253728"/>
            <a:ext cx="3399901" cy="66810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43" name="Google Shape;43;p9"/>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pic>
        <p:nvPicPr>
          <p:cNvPr id="46" name="Google Shape;46;p10" descr="Google Shape;24;p6"/>
          <p:cNvPicPr preferRelativeResize="0"/>
          <p:nvPr/>
        </p:nvPicPr>
        <p:blipFill rotWithShape="1">
          <a:blip r:embed="rId2">
            <a:alphaModFix/>
          </a:blip>
          <a:srcRect/>
          <a:stretch/>
        </p:blipFill>
        <p:spPr>
          <a:xfrm>
            <a:off x="338800" y="251395"/>
            <a:ext cx="1250251" cy="618877"/>
          </a:xfrm>
          <a:prstGeom prst="rect">
            <a:avLst/>
          </a:prstGeom>
          <a:noFill/>
          <a:ln>
            <a:noFill/>
          </a:ln>
        </p:spPr>
      </p:pic>
      <p:sp>
        <p:nvSpPr>
          <p:cNvPr id="47" name="Google Shape;47;p10"/>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264944" y="1086507"/>
            <a:ext cx="2386802" cy="1477801"/>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Open Sans"/>
              <a:buNone/>
              <a:defRPr sz="2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0" name="Google Shape;50;p11"/>
          <p:cNvSpPr txBox="1">
            <a:spLocks noGrp="1"/>
          </p:cNvSpPr>
          <p:nvPr>
            <p:ph type="body" idx="1"/>
          </p:nvPr>
        </p:nvSpPr>
        <p:spPr>
          <a:xfrm>
            <a:off x="264944" y="2717439"/>
            <a:ext cx="2386802" cy="62175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Clr>
                <a:srgbClr val="585858"/>
              </a:buClr>
              <a:buSzPts val="1200"/>
              <a:buFont typeface="Helvetica Neue"/>
              <a:buChar char="●"/>
              <a:defRPr sz="1200"/>
            </a:lvl1pPr>
            <a:lvl2pPr marL="914400" lvl="1" indent="-304800" algn="l">
              <a:lnSpc>
                <a:spcPct val="115000"/>
              </a:lnSpc>
              <a:spcBef>
                <a:spcPts val="0"/>
              </a:spcBef>
              <a:spcAft>
                <a:spcPts val="0"/>
              </a:spcAft>
              <a:buClr>
                <a:srgbClr val="585858"/>
              </a:buClr>
              <a:buSzPts val="1200"/>
              <a:buFont typeface="Helvetica Neue"/>
              <a:buChar char="○"/>
              <a:defRPr sz="1200"/>
            </a:lvl2pPr>
            <a:lvl3pPr marL="1371600" lvl="2" indent="-304800" algn="l">
              <a:lnSpc>
                <a:spcPct val="115000"/>
              </a:lnSpc>
              <a:spcBef>
                <a:spcPts val="0"/>
              </a:spcBef>
              <a:spcAft>
                <a:spcPts val="0"/>
              </a:spcAft>
              <a:buClr>
                <a:srgbClr val="585858"/>
              </a:buClr>
              <a:buSzPts val="1200"/>
              <a:buFont typeface="Helvetica Neue"/>
              <a:buChar char="■"/>
              <a:defRPr sz="1200"/>
            </a:lvl3pPr>
            <a:lvl4pPr marL="1828800" lvl="3" indent="-304800" algn="l">
              <a:lnSpc>
                <a:spcPct val="115000"/>
              </a:lnSpc>
              <a:spcBef>
                <a:spcPts val="0"/>
              </a:spcBef>
              <a:spcAft>
                <a:spcPts val="0"/>
              </a:spcAft>
              <a:buClr>
                <a:srgbClr val="585858"/>
              </a:buClr>
              <a:buSzPts val="1200"/>
              <a:buFont typeface="Helvetica Neue"/>
              <a:buChar char="●"/>
              <a:defRPr sz="1200"/>
            </a:lvl4pPr>
            <a:lvl5pPr marL="2286000" lvl="4" indent="-304800" algn="l">
              <a:lnSpc>
                <a:spcPct val="115000"/>
              </a:lnSpc>
              <a:spcBef>
                <a:spcPts val="0"/>
              </a:spcBef>
              <a:spcAft>
                <a:spcPts val="0"/>
              </a:spcAft>
              <a:buClr>
                <a:srgbClr val="585858"/>
              </a:buClr>
              <a:buSzPts val="1200"/>
              <a:buFont typeface="Helvetica Neue"/>
              <a:buChar char="○"/>
              <a:defRPr sz="12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51" name="Google Shape;51;p11"/>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416712" y="880292"/>
            <a:ext cx="5412601" cy="7999802"/>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000000"/>
              </a:buClr>
              <a:buSzPts val="4800"/>
              <a:buFont typeface="Open Sans"/>
              <a:buNone/>
              <a:defRPr sz="4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4" name="Google Shape;54;p12"/>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55"/>
        <p:cNvGrpSpPr/>
        <p:nvPr/>
      </p:nvGrpSpPr>
      <p:grpSpPr>
        <a:xfrm>
          <a:off x="0" y="0"/>
          <a:ext cx="0" cy="0"/>
          <a:chOff x="0" y="0"/>
          <a:chExt cx="0" cy="0"/>
        </a:xfrm>
      </p:grpSpPr>
      <p:sp>
        <p:nvSpPr>
          <p:cNvPr id="56" name="Google Shape;56;p13"/>
          <p:cNvSpPr/>
          <p:nvPr/>
        </p:nvSpPr>
        <p:spPr>
          <a:xfrm>
            <a:off x="3886200" y="-244"/>
            <a:ext cx="3886200" cy="10058401"/>
          </a:xfrm>
          <a:prstGeom prst="rect">
            <a:avLst/>
          </a:prstGeom>
          <a:solidFill>
            <a:srgbClr val="EEEEEE"/>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3"/>
          <p:cNvSpPr txBox="1">
            <a:spLocks noGrp="1"/>
          </p:cNvSpPr>
          <p:nvPr>
            <p:ph type="title"/>
          </p:nvPr>
        </p:nvSpPr>
        <p:spPr>
          <a:xfrm>
            <a:off x="225675" y="2411541"/>
            <a:ext cx="3438300" cy="2898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Open Sans"/>
              <a:buNone/>
              <a:defRPr sz="42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8" name="Google Shape;58;p13"/>
          <p:cNvSpPr txBox="1">
            <a:spLocks noGrp="1"/>
          </p:cNvSpPr>
          <p:nvPr>
            <p:ph type="body" idx="1"/>
          </p:nvPr>
        </p:nvSpPr>
        <p:spPr>
          <a:xfrm>
            <a:off x="225675" y="5481568"/>
            <a:ext cx="3438300" cy="24153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Open Sans"/>
              <a:buNone/>
              <a:defRPr sz="2100"/>
            </a:lvl1pPr>
            <a:lvl2pPr marL="914400" lvl="1" indent="-228600" algn="ctr">
              <a:lnSpc>
                <a:spcPct val="100000"/>
              </a:lnSpc>
              <a:spcBef>
                <a:spcPts val="0"/>
              </a:spcBef>
              <a:spcAft>
                <a:spcPts val="0"/>
              </a:spcAft>
              <a:buClr>
                <a:srgbClr val="585858"/>
              </a:buClr>
              <a:buSzPts val="2100"/>
              <a:buFont typeface="Open Sans"/>
              <a:buNone/>
              <a:defRPr sz="2100"/>
            </a:lvl2pPr>
            <a:lvl3pPr marL="1371600" lvl="2" indent="-228600" algn="ctr">
              <a:lnSpc>
                <a:spcPct val="100000"/>
              </a:lnSpc>
              <a:spcBef>
                <a:spcPts val="0"/>
              </a:spcBef>
              <a:spcAft>
                <a:spcPts val="0"/>
              </a:spcAft>
              <a:buClr>
                <a:srgbClr val="585858"/>
              </a:buClr>
              <a:buSzPts val="2100"/>
              <a:buFont typeface="Open Sans"/>
              <a:buNone/>
              <a:defRPr sz="2100"/>
            </a:lvl3pPr>
            <a:lvl4pPr marL="1828800" lvl="3" indent="-228600" algn="ctr">
              <a:lnSpc>
                <a:spcPct val="100000"/>
              </a:lnSpc>
              <a:spcBef>
                <a:spcPts val="0"/>
              </a:spcBef>
              <a:spcAft>
                <a:spcPts val="0"/>
              </a:spcAft>
              <a:buClr>
                <a:srgbClr val="585858"/>
              </a:buClr>
              <a:buSzPts val="2100"/>
              <a:buFont typeface="Open Sans"/>
              <a:buNone/>
              <a:defRPr sz="2100"/>
            </a:lvl4pPr>
            <a:lvl5pPr marL="2286000" lvl="4" indent="-228600" algn="ctr">
              <a:lnSpc>
                <a:spcPct val="100000"/>
              </a:lnSpc>
              <a:spcBef>
                <a:spcPts val="0"/>
              </a:spcBef>
              <a:spcAft>
                <a:spcPts val="0"/>
              </a:spcAft>
              <a:buClr>
                <a:srgbClr val="585858"/>
              </a:buClr>
              <a:buSzPts val="2100"/>
              <a:buFont typeface="Open Sans"/>
              <a:buNone/>
              <a:defRPr sz="21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59" name="Google Shape;59;p13"/>
          <p:cNvSpPr txBox="1">
            <a:spLocks noGrp="1"/>
          </p:cNvSpPr>
          <p:nvPr>
            <p:ph type="body" idx="2"/>
          </p:nvPr>
        </p:nvSpPr>
        <p:spPr>
          <a:xfrm>
            <a:off x="4198575" y="1415968"/>
            <a:ext cx="3261301" cy="7226102"/>
          </a:xfrm>
          <a:prstGeom prst="rect">
            <a:avLst/>
          </a:prstGeom>
          <a:noFill/>
          <a:ln>
            <a:noFill/>
          </a:ln>
        </p:spPr>
        <p:txBody>
          <a:bodyPr spcFirstLastPara="1" wrap="square" lIns="91400" tIns="91400" rIns="91400" bIns="91400" anchor="ctr"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60" name="Google Shape;60;p13"/>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61"/>
        <p:cNvGrpSpPr/>
        <p:nvPr/>
      </p:nvGrpSpPr>
      <p:grpSpPr>
        <a:xfrm>
          <a:off x="0" y="0"/>
          <a:ext cx="0" cy="0"/>
          <a:chOff x="0" y="0"/>
          <a:chExt cx="0" cy="0"/>
        </a:xfrm>
      </p:grpSpPr>
      <p:sp>
        <p:nvSpPr>
          <p:cNvPr id="62" name="Google Shape;62;p14"/>
          <p:cNvSpPr txBox="1">
            <a:spLocks noGrp="1"/>
          </p:cNvSpPr>
          <p:nvPr>
            <p:ph type="body" idx="1"/>
          </p:nvPr>
        </p:nvSpPr>
        <p:spPr>
          <a:xfrm>
            <a:off x="264944" y="8273123"/>
            <a:ext cx="5099101" cy="11832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Font typeface="Open Sans"/>
              <a:buNone/>
              <a:defRPr sz="1800"/>
            </a:lvl1pPr>
          </a:lstStyle>
          <a:p>
            <a:endParaRPr/>
          </a:p>
        </p:txBody>
      </p:sp>
      <p:sp>
        <p:nvSpPr>
          <p:cNvPr id="63" name="Google Shape;63;p14"/>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64"/>
        <p:cNvGrpSpPr/>
        <p:nvPr/>
      </p:nvGrpSpPr>
      <p:grpSpPr>
        <a:xfrm>
          <a:off x="0" y="0"/>
          <a:ext cx="0" cy="0"/>
          <a:chOff x="0" y="0"/>
          <a:chExt cx="0" cy="0"/>
        </a:xfrm>
      </p:grpSpPr>
      <p:sp>
        <p:nvSpPr>
          <p:cNvPr id="65" name="Google Shape;65;p15"/>
          <p:cNvSpPr txBox="1">
            <a:spLocks noGrp="1"/>
          </p:cNvSpPr>
          <p:nvPr>
            <p:ph type="title" hasCustomPrompt="1"/>
          </p:nvPr>
        </p:nvSpPr>
        <p:spPr>
          <a:xfrm>
            <a:off x="264944" y="2163089"/>
            <a:ext cx="7242601" cy="38397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Open Sans"/>
              <a:buNone/>
              <a:defRPr sz="1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r>
              <a:t>xx%</a:t>
            </a:r>
          </a:p>
        </p:txBody>
      </p:sp>
      <p:sp>
        <p:nvSpPr>
          <p:cNvPr id="66" name="Google Shape;66;p15"/>
          <p:cNvSpPr txBox="1">
            <a:spLocks noGrp="1"/>
          </p:cNvSpPr>
          <p:nvPr>
            <p:ph type="body" idx="1"/>
          </p:nvPr>
        </p:nvSpPr>
        <p:spPr>
          <a:xfrm>
            <a:off x="264944" y="6164350"/>
            <a:ext cx="7242601" cy="2543701"/>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Clr>
                <a:srgbClr val="585858"/>
              </a:buClr>
              <a:buSzPts val="1800"/>
              <a:buFont typeface="Helvetica Neue"/>
              <a:buChar char="●"/>
              <a:defRPr sz="1800"/>
            </a:lvl1pPr>
            <a:lvl2pPr marL="914400" lvl="1" indent="-342900" algn="ctr">
              <a:lnSpc>
                <a:spcPct val="115000"/>
              </a:lnSpc>
              <a:spcBef>
                <a:spcPts val="0"/>
              </a:spcBef>
              <a:spcAft>
                <a:spcPts val="0"/>
              </a:spcAft>
              <a:buClr>
                <a:srgbClr val="585858"/>
              </a:buClr>
              <a:buSzPts val="1800"/>
              <a:buFont typeface="Helvetica Neue"/>
              <a:buChar char="○"/>
              <a:defRPr sz="1800"/>
            </a:lvl2pPr>
            <a:lvl3pPr marL="1371600" lvl="2" indent="-342900" algn="ctr">
              <a:lnSpc>
                <a:spcPct val="115000"/>
              </a:lnSpc>
              <a:spcBef>
                <a:spcPts val="0"/>
              </a:spcBef>
              <a:spcAft>
                <a:spcPts val="0"/>
              </a:spcAft>
              <a:buClr>
                <a:srgbClr val="585858"/>
              </a:buClr>
              <a:buSzPts val="1800"/>
              <a:buFont typeface="Helvetica Neue"/>
              <a:buChar char="■"/>
              <a:defRPr sz="1800"/>
            </a:lvl3pPr>
            <a:lvl4pPr marL="1828800" lvl="3" indent="-342900" algn="ctr">
              <a:lnSpc>
                <a:spcPct val="115000"/>
              </a:lnSpc>
              <a:spcBef>
                <a:spcPts val="0"/>
              </a:spcBef>
              <a:spcAft>
                <a:spcPts val="0"/>
              </a:spcAft>
              <a:buClr>
                <a:srgbClr val="585858"/>
              </a:buClr>
              <a:buSzPts val="1800"/>
              <a:buFont typeface="Helvetica Neue"/>
              <a:buChar char="●"/>
              <a:defRPr sz="1800"/>
            </a:lvl4pPr>
            <a:lvl5pPr marL="2286000" lvl="4" indent="-342900" algn="ctr">
              <a:lnSpc>
                <a:spcPct val="115000"/>
              </a:lnSpc>
              <a:spcBef>
                <a:spcPts val="0"/>
              </a:spcBef>
              <a:spcAft>
                <a:spcPts val="0"/>
              </a:spcAft>
              <a:buClr>
                <a:srgbClr val="585858"/>
              </a:buClr>
              <a:buSzPts val="1800"/>
              <a:buFont typeface="Helvetica Neue"/>
              <a:buChar char="○"/>
              <a:defRPr sz="18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67" name="Google Shape;67;p15"/>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16"/>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_HEADER">
  <p:cSld name="SECTION_HEADER 2">
    <p:bg>
      <p:bgPr>
        <a:solidFill>
          <a:srgbClr val="2E3D49"/>
        </a:solidFill>
        <a:effectLst/>
      </p:bgPr>
    </p:bg>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264944" y="4206106"/>
            <a:ext cx="7242601" cy="16461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FFFFFF"/>
              </a:buClr>
              <a:buSzPts val="3600"/>
              <a:buFont typeface="Open Sans"/>
              <a:buNone/>
              <a:defRPr sz="3600">
                <a:solidFill>
                  <a:srgbClr val="FFFFFF"/>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72" name="Google Shape;72;p17"/>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AND_BODY">
  <p:cSld name="TITLE_AND_BODY 4">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75" name="Google Shape;75;p18"/>
          <p:cNvSpPr txBox="1">
            <a:spLocks noGrp="1"/>
          </p:cNvSpPr>
          <p:nvPr>
            <p:ph type="body" idx="1"/>
          </p:nvPr>
        </p:nvSpPr>
        <p:spPr>
          <a:xfrm>
            <a:off x="264944" y="2253728"/>
            <a:ext cx="7242601" cy="6681001"/>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2E3D49"/>
              </a:buClr>
              <a:buSzPts val="1800"/>
              <a:buFont typeface="Helvetica Neue"/>
              <a:buChar char="●"/>
              <a:defRPr sz="1800">
                <a:solidFill>
                  <a:srgbClr val="2E3D49"/>
                </a:solidFill>
              </a:defRPr>
            </a:lvl1pPr>
            <a:lvl2pPr marL="914400" lvl="1" indent="-342900" algn="l">
              <a:lnSpc>
                <a:spcPct val="115000"/>
              </a:lnSpc>
              <a:spcBef>
                <a:spcPts val="0"/>
              </a:spcBef>
              <a:spcAft>
                <a:spcPts val="0"/>
              </a:spcAft>
              <a:buClr>
                <a:srgbClr val="2E3D49"/>
              </a:buClr>
              <a:buSzPts val="1800"/>
              <a:buFont typeface="Helvetica Neue"/>
              <a:buChar char="○"/>
              <a:defRPr sz="1800">
                <a:solidFill>
                  <a:srgbClr val="2E3D49"/>
                </a:solidFill>
              </a:defRPr>
            </a:lvl2pPr>
            <a:lvl3pPr marL="1371600" lvl="2" indent="-342900" algn="l">
              <a:lnSpc>
                <a:spcPct val="115000"/>
              </a:lnSpc>
              <a:spcBef>
                <a:spcPts val="0"/>
              </a:spcBef>
              <a:spcAft>
                <a:spcPts val="0"/>
              </a:spcAft>
              <a:buClr>
                <a:srgbClr val="2E3D49"/>
              </a:buClr>
              <a:buSzPts val="1800"/>
              <a:buFont typeface="Helvetica Neue"/>
              <a:buChar char="■"/>
              <a:defRPr sz="1800">
                <a:solidFill>
                  <a:srgbClr val="2E3D49"/>
                </a:solidFill>
              </a:defRPr>
            </a:lvl3pPr>
            <a:lvl4pPr marL="1828800" lvl="3" indent="-342900" algn="l">
              <a:lnSpc>
                <a:spcPct val="115000"/>
              </a:lnSpc>
              <a:spcBef>
                <a:spcPts val="0"/>
              </a:spcBef>
              <a:spcAft>
                <a:spcPts val="0"/>
              </a:spcAft>
              <a:buClr>
                <a:srgbClr val="2E3D49"/>
              </a:buClr>
              <a:buSzPts val="1800"/>
              <a:buFont typeface="Helvetica Neue"/>
              <a:buChar char="●"/>
              <a:defRPr sz="1800">
                <a:solidFill>
                  <a:srgbClr val="2E3D49"/>
                </a:solidFill>
              </a:defRPr>
            </a:lvl4pPr>
            <a:lvl5pPr marL="2286000" lvl="4" indent="-342900" algn="l">
              <a:lnSpc>
                <a:spcPct val="115000"/>
              </a:lnSpc>
              <a:spcBef>
                <a:spcPts val="0"/>
              </a:spcBef>
              <a:spcAft>
                <a:spcPts val="0"/>
              </a:spcAft>
              <a:buClr>
                <a:srgbClr val="2E3D49"/>
              </a:buClr>
              <a:buSzPts val="1800"/>
              <a:buFont typeface="Helvetica Neue"/>
              <a:buChar char="○"/>
              <a:defRPr sz="1800">
                <a:solidFill>
                  <a:srgbClr val="2E3D49"/>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grpSp>
        <p:nvGrpSpPr>
          <p:cNvPr id="76" name="Google Shape;76;p18"/>
          <p:cNvGrpSpPr/>
          <p:nvPr/>
        </p:nvGrpSpPr>
        <p:grpSpPr>
          <a:xfrm>
            <a:off x="884148" y="7891974"/>
            <a:ext cx="6004204" cy="1749303"/>
            <a:chOff x="-1" y="-1"/>
            <a:chExt cx="6004202" cy="1749302"/>
          </a:xfrm>
        </p:grpSpPr>
        <p:sp>
          <p:nvSpPr>
            <p:cNvPr id="77" name="Google Shape;77;p18"/>
            <p:cNvSpPr/>
            <p:nvPr/>
          </p:nvSpPr>
          <p:spPr>
            <a:xfrm>
              <a:off x="-1" y="-1"/>
              <a:ext cx="6004202" cy="1749302"/>
            </a:xfrm>
            <a:prstGeom prst="rect">
              <a:avLst/>
            </a:prstGeom>
            <a:solidFill>
              <a:srgbClr val="DBE2E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C26B"/>
                </a:buClr>
                <a:buSzPts val="3600"/>
                <a:buFont typeface="Open Sans"/>
                <a:buNone/>
              </a:pPr>
              <a:endParaRPr sz="3600" b="0" i="1" u="none" strike="noStrike" cap="none">
                <a:solidFill>
                  <a:srgbClr val="15C26B"/>
                </a:solidFill>
                <a:latin typeface="Open Sans"/>
                <a:ea typeface="Open Sans"/>
                <a:cs typeface="Open Sans"/>
                <a:sym typeface="Open Sans"/>
              </a:endParaRPr>
            </a:p>
          </p:txBody>
        </p:sp>
        <p:sp>
          <p:nvSpPr>
            <p:cNvPr id="78" name="Google Shape;78;p18"/>
            <p:cNvSpPr txBox="1"/>
            <p:nvPr/>
          </p:nvSpPr>
          <p:spPr>
            <a:xfrm>
              <a:off x="-1" y="510175"/>
              <a:ext cx="6004202" cy="728950"/>
            </a:xfrm>
            <a:prstGeom prst="rect">
              <a:avLst/>
            </a:prstGeom>
            <a:noFill/>
            <a:ln>
              <a:noFill/>
            </a:ln>
          </p:spPr>
          <p:txBody>
            <a:bodyPr spcFirstLastPara="1" wrap="square" lIns="91400" tIns="91400" rIns="91400" bIns="91400" anchor="ctr" anchorCtr="0">
              <a:spAutoFit/>
            </a:bodyPr>
            <a:lstStyle/>
            <a:p>
              <a:pPr marL="0" marR="0" lvl="0" indent="0" algn="ctr" rtl="0">
                <a:lnSpc>
                  <a:spcPct val="100000"/>
                </a:lnSpc>
                <a:spcBef>
                  <a:spcPts val="0"/>
                </a:spcBef>
                <a:spcAft>
                  <a:spcPts val="0"/>
                </a:spcAft>
                <a:buClr>
                  <a:srgbClr val="15C26B"/>
                </a:buClr>
                <a:buSzPts val="3600"/>
                <a:buFont typeface="Open Sans"/>
                <a:buNone/>
              </a:pPr>
              <a:r>
                <a:rPr lang="en-US" sz="3600" b="0" i="1" u="none" strike="noStrike" cap="none">
                  <a:solidFill>
                    <a:srgbClr val="15C26B"/>
                  </a:solidFill>
                  <a:latin typeface="Open Sans"/>
                  <a:ea typeface="Open Sans"/>
                  <a:cs typeface="Open Sans"/>
                  <a:sym typeface="Open Sans"/>
                </a:rPr>
                <a:t>Remove this slide </a:t>
              </a:r>
              <a:endParaRPr sz="1400" b="0" i="0" u="none" strike="noStrike" cap="none">
                <a:solidFill>
                  <a:srgbClr val="000000"/>
                </a:solidFill>
                <a:latin typeface="Arial"/>
                <a:ea typeface="Arial"/>
                <a:cs typeface="Arial"/>
                <a:sym typeface="Arial"/>
              </a:endParaRPr>
            </a:p>
          </p:txBody>
        </p:sp>
      </p:grpSp>
      <p:sp>
        <p:nvSpPr>
          <p:cNvPr id="79" name="Google Shape;79;p18"/>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82" name="Google Shape;82;p19"/>
          <p:cNvSpPr txBox="1">
            <a:spLocks noGrp="1"/>
          </p:cNvSpPr>
          <p:nvPr>
            <p:ph type="body" idx="1"/>
          </p:nvPr>
        </p:nvSpPr>
        <p:spPr>
          <a:xfrm>
            <a:off x="264944" y="2253728"/>
            <a:ext cx="7242601" cy="6681001"/>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2E3D49"/>
              </a:buClr>
              <a:buSzPts val="1800"/>
              <a:buFont typeface="Helvetica Neue"/>
              <a:buChar char="●"/>
              <a:defRPr sz="1800">
                <a:solidFill>
                  <a:srgbClr val="2E3D49"/>
                </a:solidFill>
              </a:defRPr>
            </a:lvl1pPr>
            <a:lvl2pPr marL="914400" lvl="1" indent="-342900" algn="l">
              <a:lnSpc>
                <a:spcPct val="115000"/>
              </a:lnSpc>
              <a:spcBef>
                <a:spcPts val="0"/>
              </a:spcBef>
              <a:spcAft>
                <a:spcPts val="0"/>
              </a:spcAft>
              <a:buClr>
                <a:srgbClr val="2E3D49"/>
              </a:buClr>
              <a:buSzPts val="1800"/>
              <a:buFont typeface="Helvetica Neue"/>
              <a:buChar char="○"/>
              <a:defRPr sz="1800">
                <a:solidFill>
                  <a:srgbClr val="2E3D49"/>
                </a:solidFill>
              </a:defRPr>
            </a:lvl2pPr>
            <a:lvl3pPr marL="1371600" lvl="2" indent="-342900" algn="l">
              <a:lnSpc>
                <a:spcPct val="115000"/>
              </a:lnSpc>
              <a:spcBef>
                <a:spcPts val="0"/>
              </a:spcBef>
              <a:spcAft>
                <a:spcPts val="0"/>
              </a:spcAft>
              <a:buClr>
                <a:srgbClr val="2E3D49"/>
              </a:buClr>
              <a:buSzPts val="1800"/>
              <a:buFont typeface="Helvetica Neue"/>
              <a:buChar char="■"/>
              <a:defRPr sz="1800">
                <a:solidFill>
                  <a:srgbClr val="2E3D49"/>
                </a:solidFill>
              </a:defRPr>
            </a:lvl3pPr>
            <a:lvl4pPr marL="1828800" lvl="3" indent="-342900" algn="l">
              <a:lnSpc>
                <a:spcPct val="115000"/>
              </a:lnSpc>
              <a:spcBef>
                <a:spcPts val="0"/>
              </a:spcBef>
              <a:spcAft>
                <a:spcPts val="0"/>
              </a:spcAft>
              <a:buClr>
                <a:srgbClr val="2E3D49"/>
              </a:buClr>
              <a:buSzPts val="1800"/>
              <a:buFont typeface="Helvetica Neue"/>
              <a:buChar char="●"/>
              <a:defRPr sz="1800">
                <a:solidFill>
                  <a:srgbClr val="2E3D49"/>
                </a:solidFill>
              </a:defRPr>
            </a:lvl4pPr>
            <a:lvl5pPr marL="2286000" lvl="4" indent="-342900" algn="l">
              <a:lnSpc>
                <a:spcPct val="115000"/>
              </a:lnSpc>
              <a:spcBef>
                <a:spcPts val="0"/>
              </a:spcBef>
              <a:spcAft>
                <a:spcPts val="0"/>
              </a:spcAft>
              <a:buClr>
                <a:srgbClr val="2E3D49"/>
              </a:buClr>
              <a:buSzPts val="1800"/>
              <a:buFont typeface="Helvetica Neue"/>
              <a:buChar char="○"/>
              <a:defRPr sz="1800">
                <a:solidFill>
                  <a:srgbClr val="2E3D49"/>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83" name="Google Shape;83;p19"/>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_AND_TWO_COLUMNS">
  <p:cSld name="TITLE_AND_TWO_COLUMNS 2">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86" name="Google Shape;86;p20"/>
          <p:cNvSpPr txBox="1">
            <a:spLocks noGrp="1"/>
          </p:cNvSpPr>
          <p:nvPr>
            <p:ph type="body" idx="1"/>
          </p:nvPr>
        </p:nvSpPr>
        <p:spPr>
          <a:xfrm>
            <a:off x="264944" y="2253728"/>
            <a:ext cx="3399901" cy="6681001"/>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Clr>
                <a:srgbClr val="525C65"/>
              </a:buClr>
              <a:buSzPts val="1400"/>
              <a:buFont typeface="Helvetica Neue"/>
              <a:buChar char="●"/>
              <a:defRPr sz="1400">
                <a:solidFill>
                  <a:srgbClr val="525C65"/>
                </a:solidFill>
              </a:defRPr>
            </a:lvl1pPr>
            <a:lvl2pPr marL="914400" lvl="1" indent="-317500" algn="l">
              <a:lnSpc>
                <a:spcPct val="115000"/>
              </a:lnSpc>
              <a:spcBef>
                <a:spcPts val="0"/>
              </a:spcBef>
              <a:spcAft>
                <a:spcPts val="0"/>
              </a:spcAft>
              <a:buClr>
                <a:srgbClr val="525C65"/>
              </a:buClr>
              <a:buSzPts val="1400"/>
              <a:buFont typeface="Helvetica Neue"/>
              <a:buChar char="○"/>
              <a:defRPr sz="1400">
                <a:solidFill>
                  <a:srgbClr val="525C65"/>
                </a:solidFill>
              </a:defRPr>
            </a:lvl2pPr>
            <a:lvl3pPr marL="1371600" lvl="2" indent="-317500" algn="l">
              <a:lnSpc>
                <a:spcPct val="115000"/>
              </a:lnSpc>
              <a:spcBef>
                <a:spcPts val="0"/>
              </a:spcBef>
              <a:spcAft>
                <a:spcPts val="0"/>
              </a:spcAft>
              <a:buClr>
                <a:srgbClr val="525C65"/>
              </a:buClr>
              <a:buSzPts val="1400"/>
              <a:buFont typeface="Helvetica Neue"/>
              <a:buChar char="■"/>
              <a:defRPr sz="1400">
                <a:solidFill>
                  <a:srgbClr val="525C65"/>
                </a:solidFill>
              </a:defRPr>
            </a:lvl3pPr>
            <a:lvl4pPr marL="1828800" lvl="3" indent="-317500" algn="l">
              <a:lnSpc>
                <a:spcPct val="115000"/>
              </a:lnSpc>
              <a:spcBef>
                <a:spcPts val="0"/>
              </a:spcBef>
              <a:spcAft>
                <a:spcPts val="0"/>
              </a:spcAft>
              <a:buClr>
                <a:srgbClr val="525C65"/>
              </a:buClr>
              <a:buSzPts val="1400"/>
              <a:buFont typeface="Helvetica Neue"/>
              <a:buChar char="●"/>
              <a:defRPr sz="1400">
                <a:solidFill>
                  <a:srgbClr val="525C65"/>
                </a:solidFill>
              </a:defRPr>
            </a:lvl4pPr>
            <a:lvl5pPr marL="2286000" lvl="4" indent="-317500" algn="l">
              <a:lnSpc>
                <a:spcPct val="115000"/>
              </a:lnSpc>
              <a:spcBef>
                <a:spcPts val="0"/>
              </a:spcBef>
              <a:spcAft>
                <a:spcPts val="0"/>
              </a:spcAft>
              <a:buClr>
                <a:srgbClr val="525C65"/>
              </a:buClr>
              <a:buSzPts val="1400"/>
              <a:buFont typeface="Helvetica Neue"/>
              <a:buChar char="○"/>
              <a:defRPr sz="14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87" name="Google Shape;87;p20"/>
          <p:cNvSpPr txBox="1">
            <a:spLocks noGrp="1"/>
          </p:cNvSpPr>
          <p:nvPr>
            <p:ph type="body" idx="2"/>
          </p:nvPr>
        </p:nvSpPr>
        <p:spPr>
          <a:xfrm>
            <a:off x="4107539" y="2253728"/>
            <a:ext cx="3399901" cy="66810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88" name="Google Shape;88;p20"/>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_ONLY">
  <p:cSld name="TITLE_ONLY 2">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91" name="Google Shape;91;p21"/>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_COLUMN_TEXT">
  <p:cSld name="ONE_COLUMN_TEXT 2">
    <p:spTree>
      <p:nvGrpSpPr>
        <p:cNvPr id="1" name="Shape 92"/>
        <p:cNvGrpSpPr/>
        <p:nvPr/>
      </p:nvGrpSpPr>
      <p:grpSpPr>
        <a:xfrm>
          <a:off x="0" y="0"/>
          <a:ext cx="0" cy="0"/>
          <a:chOff x="0" y="0"/>
          <a:chExt cx="0" cy="0"/>
        </a:xfrm>
      </p:grpSpPr>
      <p:sp>
        <p:nvSpPr>
          <p:cNvPr id="93" name="Google Shape;93;p22"/>
          <p:cNvSpPr txBox="1">
            <a:spLocks noGrp="1"/>
          </p:cNvSpPr>
          <p:nvPr>
            <p:ph type="title"/>
          </p:nvPr>
        </p:nvSpPr>
        <p:spPr>
          <a:xfrm>
            <a:off x="264944" y="1086507"/>
            <a:ext cx="2386802" cy="1477801"/>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2E3D49"/>
              </a:buClr>
              <a:buSzPts val="2400"/>
              <a:buFont typeface="Arial"/>
              <a:buNone/>
              <a:defRPr sz="24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94" name="Google Shape;94;p22"/>
          <p:cNvSpPr txBox="1">
            <a:spLocks noGrp="1"/>
          </p:cNvSpPr>
          <p:nvPr>
            <p:ph type="body" idx="1"/>
          </p:nvPr>
        </p:nvSpPr>
        <p:spPr>
          <a:xfrm>
            <a:off x="264944" y="2717439"/>
            <a:ext cx="2386802" cy="62175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Clr>
                <a:srgbClr val="525C65"/>
              </a:buClr>
              <a:buSzPts val="1200"/>
              <a:buFont typeface="Helvetica Neue"/>
              <a:buChar char="●"/>
              <a:defRPr sz="1200">
                <a:solidFill>
                  <a:srgbClr val="525C65"/>
                </a:solidFill>
              </a:defRPr>
            </a:lvl1pPr>
            <a:lvl2pPr marL="914400" lvl="1" indent="-304800" algn="l">
              <a:lnSpc>
                <a:spcPct val="115000"/>
              </a:lnSpc>
              <a:spcBef>
                <a:spcPts val="0"/>
              </a:spcBef>
              <a:spcAft>
                <a:spcPts val="0"/>
              </a:spcAft>
              <a:buClr>
                <a:srgbClr val="525C65"/>
              </a:buClr>
              <a:buSzPts val="1200"/>
              <a:buFont typeface="Helvetica Neue"/>
              <a:buChar char="○"/>
              <a:defRPr sz="1200">
                <a:solidFill>
                  <a:srgbClr val="525C65"/>
                </a:solidFill>
              </a:defRPr>
            </a:lvl2pPr>
            <a:lvl3pPr marL="1371600" lvl="2" indent="-304800" algn="l">
              <a:lnSpc>
                <a:spcPct val="115000"/>
              </a:lnSpc>
              <a:spcBef>
                <a:spcPts val="0"/>
              </a:spcBef>
              <a:spcAft>
                <a:spcPts val="0"/>
              </a:spcAft>
              <a:buClr>
                <a:srgbClr val="525C65"/>
              </a:buClr>
              <a:buSzPts val="1200"/>
              <a:buFont typeface="Helvetica Neue"/>
              <a:buChar char="■"/>
              <a:defRPr sz="1200">
                <a:solidFill>
                  <a:srgbClr val="525C65"/>
                </a:solidFill>
              </a:defRPr>
            </a:lvl3pPr>
            <a:lvl4pPr marL="1828800" lvl="3" indent="-304800" algn="l">
              <a:lnSpc>
                <a:spcPct val="115000"/>
              </a:lnSpc>
              <a:spcBef>
                <a:spcPts val="0"/>
              </a:spcBef>
              <a:spcAft>
                <a:spcPts val="0"/>
              </a:spcAft>
              <a:buClr>
                <a:srgbClr val="525C65"/>
              </a:buClr>
              <a:buSzPts val="1200"/>
              <a:buFont typeface="Helvetica Neue"/>
              <a:buChar char="●"/>
              <a:defRPr sz="1200">
                <a:solidFill>
                  <a:srgbClr val="525C65"/>
                </a:solidFill>
              </a:defRPr>
            </a:lvl4pPr>
            <a:lvl5pPr marL="2286000" lvl="4" indent="-304800" algn="l">
              <a:lnSpc>
                <a:spcPct val="115000"/>
              </a:lnSpc>
              <a:spcBef>
                <a:spcPts val="0"/>
              </a:spcBef>
              <a:spcAft>
                <a:spcPts val="0"/>
              </a:spcAft>
              <a:buClr>
                <a:srgbClr val="525C65"/>
              </a:buClr>
              <a:buSzPts val="1200"/>
              <a:buFont typeface="Helvetica Neue"/>
              <a:buChar char="○"/>
              <a:defRPr sz="12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95" name="Google Shape;95;p22"/>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_POINT">
  <p:cSld name="MAIN_POINT 2">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a:off x="416712" y="880292"/>
            <a:ext cx="5412601" cy="7999802"/>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4800"/>
              <a:buFont typeface="Arial"/>
              <a:buNone/>
              <a:defRPr sz="48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98" name="Google Shape;98;p23"/>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2">
    <p:spTree>
      <p:nvGrpSpPr>
        <p:cNvPr id="1" name="Shape 99"/>
        <p:cNvGrpSpPr/>
        <p:nvPr/>
      </p:nvGrpSpPr>
      <p:grpSpPr>
        <a:xfrm>
          <a:off x="0" y="0"/>
          <a:ext cx="0" cy="0"/>
          <a:chOff x="0" y="0"/>
          <a:chExt cx="0" cy="0"/>
        </a:xfrm>
      </p:grpSpPr>
      <p:sp>
        <p:nvSpPr>
          <p:cNvPr id="100" name="Google Shape;100;p24"/>
          <p:cNvSpPr/>
          <p:nvPr/>
        </p:nvSpPr>
        <p:spPr>
          <a:xfrm>
            <a:off x="3886200" y="-244"/>
            <a:ext cx="3886200" cy="10058401"/>
          </a:xfrm>
          <a:prstGeom prst="rect">
            <a:avLst/>
          </a:prstGeom>
          <a:solidFill>
            <a:srgbClr val="EEEEEE"/>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4"/>
          <p:cNvSpPr txBox="1">
            <a:spLocks noGrp="1"/>
          </p:cNvSpPr>
          <p:nvPr>
            <p:ph type="title"/>
          </p:nvPr>
        </p:nvSpPr>
        <p:spPr>
          <a:xfrm>
            <a:off x="225675" y="2411541"/>
            <a:ext cx="3438300" cy="2898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4200"/>
              <a:buFont typeface="Arial"/>
              <a:buNone/>
              <a:defRPr sz="42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02" name="Google Shape;102;p24"/>
          <p:cNvSpPr txBox="1">
            <a:spLocks noGrp="1"/>
          </p:cNvSpPr>
          <p:nvPr>
            <p:ph type="body" idx="1"/>
          </p:nvPr>
        </p:nvSpPr>
        <p:spPr>
          <a:xfrm>
            <a:off x="225675" y="5481568"/>
            <a:ext cx="3438300" cy="24153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25C65"/>
              </a:buClr>
              <a:buSzPts val="2100"/>
              <a:buFont typeface="Open Sans"/>
              <a:buNone/>
              <a:defRPr sz="2100">
                <a:solidFill>
                  <a:srgbClr val="525C65"/>
                </a:solidFill>
              </a:defRPr>
            </a:lvl1pPr>
            <a:lvl2pPr marL="914400" lvl="1" indent="-228600" algn="ctr">
              <a:lnSpc>
                <a:spcPct val="100000"/>
              </a:lnSpc>
              <a:spcBef>
                <a:spcPts val="0"/>
              </a:spcBef>
              <a:spcAft>
                <a:spcPts val="0"/>
              </a:spcAft>
              <a:buClr>
                <a:srgbClr val="525C65"/>
              </a:buClr>
              <a:buSzPts val="2100"/>
              <a:buFont typeface="Open Sans"/>
              <a:buNone/>
              <a:defRPr sz="2100">
                <a:solidFill>
                  <a:srgbClr val="525C65"/>
                </a:solidFill>
              </a:defRPr>
            </a:lvl2pPr>
            <a:lvl3pPr marL="1371600" lvl="2" indent="-228600" algn="ctr">
              <a:lnSpc>
                <a:spcPct val="100000"/>
              </a:lnSpc>
              <a:spcBef>
                <a:spcPts val="0"/>
              </a:spcBef>
              <a:spcAft>
                <a:spcPts val="0"/>
              </a:spcAft>
              <a:buClr>
                <a:srgbClr val="525C65"/>
              </a:buClr>
              <a:buSzPts val="2100"/>
              <a:buFont typeface="Open Sans"/>
              <a:buNone/>
              <a:defRPr sz="2100">
                <a:solidFill>
                  <a:srgbClr val="525C65"/>
                </a:solidFill>
              </a:defRPr>
            </a:lvl3pPr>
            <a:lvl4pPr marL="1828800" lvl="3" indent="-228600" algn="ctr">
              <a:lnSpc>
                <a:spcPct val="100000"/>
              </a:lnSpc>
              <a:spcBef>
                <a:spcPts val="0"/>
              </a:spcBef>
              <a:spcAft>
                <a:spcPts val="0"/>
              </a:spcAft>
              <a:buClr>
                <a:srgbClr val="525C65"/>
              </a:buClr>
              <a:buSzPts val="2100"/>
              <a:buFont typeface="Open Sans"/>
              <a:buNone/>
              <a:defRPr sz="2100">
                <a:solidFill>
                  <a:srgbClr val="525C65"/>
                </a:solidFill>
              </a:defRPr>
            </a:lvl4pPr>
            <a:lvl5pPr marL="2286000" lvl="4" indent="-228600" algn="ctr">
              <a:lnSpc>
                <a:spcPct val="100000"/>
              </a:lnSpc>
              <a:spcBef>
                <a:spcPts val="0"/>
              </a:spcBef>
              <a:spcAft>
                <a:spcPts val="0"/>
              </a:spcAft>
              <a:buClr>
                <a:srgbClr val="525C65"/>
              </a:buClr>
              <a:buSzPts val="2100"/>
              <a:buFont typeface="Open Sans"/>
              <a:buNone/>
              <a:defRPr sz="21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03" name="Google Shape;103;p24"/>
          <p:cNvSpPr txBox="1">
            <a:spLocks noGrp="1"/>
          </p:cNvSpPr>
          <p:nvPr>
            <p:ph type="body" idx="2"/>
          </p:nvPr>
        </p:nvSpPr>
        <p:spPr>
          <a:xfrm>
            <a:off x="4198575" y="1415968"/>
            <a:ext cx="3261301" cy="7226102"/>
          </a:xfrm>
          <a:prstGeom prst="rect">
            <a:avLst/>
          </a:prstGeom>
          <a:noFill/>
          <a:ln>
            <a:noFill/>
          </a:ln>
        </p:spPr>
        <p:txBody>
          <a:bodyPr spcFirstLastPara="1" wrap="square" lIns="91400" tIns="91400" rIns="91400" bIns="91400" anchor="ctr"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04" name="Google Shape;104;p24"/>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_ONLY">
  <p:cSld name="CAPTION_ONLY 2">
    <p:spTree>
      <p:nvGrpSpPr>
        <p:cNvPr id="1" name="Shape 105"/>
        <p:cNvGrpSpPr/>
        <p:nvPr/>
      </p:nvGrpSpPr>
      <p:grpSpPr>
        <a:xfrm>
          <a:off x="0" y="0"/>
          <a:ext cx="0" cy="0"/>
          <a:chOff x="0" y="0"/>
          <a:chExt cx="0" cy="0"/>
        </a:xfrm>
      </p:grpSpPr>
      <p:sp>
        <p:nvSpPr>
          <p:cNvPr id="106" name="Google Shape;106;p25"/>
          <p:cNvSpPr txBox="1">
            <a:spLocks noGrp="1"/>
          </p:cNvSpPr>
          <p:nvPr>
            <p:ph type="body" idx="1"/>
          </p:nvPr>
        </p:nvSpPr>
        <p:spPr>
          <a:xfrm>
            <a:off x="264944" y="8273123"/>
            <a:ext cx="5099101" cy="11832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25C65"/>
              </a:buClr>
              <a:buSzPts val="1800"/>
              <a:buFont typeface="Open Sans"/>
              <a:buNone/>
              <a:defRPr sz="1800">
                <a:solidFill>
                  <a:srgbClr val="525C65"/>
                </a:solidFill>
              </a:defRPr>
            </a:lvl1pPr>
            <a:lvl2pPr marL="914400" lvl="1" indent="-228600" algn="ctr">
              <a:lnSpc>
                <a:spcPct val="100000"/>
              </a:lnSpc>
              <a:spcBef>
                <a:spcPts val="0"/>
              </a:spcBef>
              <a:spcAft>
                <a:spcPts val="0"/>
              </a:spcAft>
              <a:buSzPts val="2800"/>
              <a:buNone/>
              <a:defRPr/>
            </a:lvl2pPr>
            <a:lvl3pPr marL="1371600" lvl="2" indent="-228600" algn="ctr">
              <a:lnSpc>
                <a:spcPct val="100000"/>
              </a:lnSpc>
              <a:spcBef>
                <a:spcPts val="0"/>
              </a:spcBef>
              <a:spcAft>
                <a:spcPts val="0"/>
              </a:spcAft>
              <a:buSzPts val="2800"/>
              <a:buNone/>
              <a:defRPr/>
            </a:lvl3pPr>
            <a:lvl4pPr marL="1828800" lvl="3" indent="-228600" algn="ctr">
              <a:lnSpc>
                <a:spcPct val="100000"/>
              </a:lnSpc>
              <a:spcBef>
                <a:spcPts val="0"/>
              </a:spcBef>
              <a:spcAft>
                <a:spcPts val="0"/>
              </a:spcAft>
              <a:buSzPts val="2800"/>
              <a:buNone/>
              <a:defRPr/>
            </a:lvl4pPr>
            <a:lvl5pPr marL="2286000" lvl="4" indent="-228600" algn="ctr">
              <a:lnSpc>
                <a:spcPct val="100000"/>
              </a:lnSpc>
              <a:spcBef>
                <a:spcPts val="0"/>
              </a:spcBef>
              <a:spcAft>
                <a:spcPts val="0"/>
              </a:spcAft>
              <a:buSzPts val="2800"/>
              <a:buNone/>
              <a:defRPr/>
            </a:lvl5pPr>
            <a:lvl6pPr marL="2743200" lvl="5" indent="-228600" algn="ctr">
              <a:lnSpc>
                <a:spcPct val="100000"/>
              </a:lnSpc>
              <a:spcBef>
                <a:spcPts val="0"/>
              </a:spcBef>
              <a:spcAft>
                <a:spcPts val="0"/>
              </a:spcAft>
              <a:buSzPts val="2800"/>
              <a:buNone/>
              <a:defRPr/>
            </a:lvl6pPr>
            <a:lvl7pPr marL="3200400" lvl="6" indent="-228600" algn="ctr">
              <a:lnSpc>
                <a:spcPct val="100000"/>
              </a:lnSpc>
              <a:spcBef>
                <a:spcPts val="0"/>
              </a:spcBef>
              <a:spcAft>
                <a:spcPts val="0"/>
              </a:spcAft>
              <a:buSzPts val="2800"/>
              <a:buNone/>
              <a:defRPr/>
            </a:lvl7pPr>
            <a:lvl8pPr marL="3657600" lvl="7" indent="-228600" algn="ctr">
              <a:lnSpc>
                <a:spcPct val="100000"/>
              </a:lnSpc>
              <a:spcBef>
                <a:spcPts val="0"/>
              </a:spcBef>
              <a:spcAft>
                <a:spcPts val="0"/>
              </a:spcAft>
              <a:buSzPts val="2800"/>
              <a:buNone/>
              <a:defRPr/>
            </a:lvl8pPr>
            <a:lvl9pPr marL="4114800" lvl="8" indent="-228600" algn="ctr">
              <a:lnSpc>
                <a:spcPct val="100000"/>
              </a:lnSpc>
              <a:spcBef>
                <a:spcPts val="0"/>
              </a:spcBef>
              <a:spcAft>
                <a:spcPts val="0"/>
              </a:spcAft>
              <a:buSzPts val="2800"/>
              <a:buNone/>
              <a:defRPr/>
            </a:lvl9pPr>
          </a:lstStyle>
          <a:p>
            <a:endParaRPr/>
          </a:p>
        </p:txBody>
      </p:sp>
      <p:sp>
        <p:nvSpPr>
          <p:cNvPr id="107" name="Google Shape;107;p25"/>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_NUMBER">
  <p:cSld name="BIG_NUMBER 2">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264944" y="2163089"/>
            <a:ext cx="7242601" cy="38397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12000"/>
              <a:buFont typeface="Arial"/>
              <a:buNone/>
              <a:defRPr sz="12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0" name="Google Shape;110;p26"/>
          <p:cNvSpPr txBox="1">
            <a:spLocks noGrp="1"/>
          </p:cNvSpPr>
          <p:nvPr>
            <p:ph type="body" idx="1"/>
          </p:nvPr>
        </p:nvSpPr>
        <p:spPr>
          <a:xfrm>
            <a:off x="264944" y="6164350"/>
            <a:ext cx="7242601" cy="2543701"/>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Clr>
                <a:srgbClr val="525C65"/>
              </a:buClr>
              <a:buSzPts val="1800"/>
              <a:buFont typeface="Helvetica Neue"/>
              <a:buChar char="●"/>
              <a:defRPr sz="1800">
                <a:solidFill>
                  <a:srgbClr val="525C65"/>
                </a:solidFill>
              </a:defRPr>
            </a:lvl1pPr>
            <a:lvl2pPr marL="914400" lvl="1" indent="-342900" algn="ctr">
              <a:lnSpc>
                <a:spcPct val="115000"/>
              </a:lnSpc>
              <a:spcBef>
                <a:spcPts val="0"/>
              </a:spcBef>
              <a:spcAft>
                <a:spcPts val="0"/>
              </a:spcAft>
              <a:buClr>
                <a:srgbClr val="525C65"/>
              </a:buClr>
              <a:buSzPts val="1800"/>
              <a:buFont typeface="Helvetica Neue"/>
              <a:buChar char="○"/>
              <a:defRPr sz="1800">
                <a:solidFill>
                  <a:srgbClr val="525C65"/>
                </a:solidFill>
              </a:defRPr>
            </a:lvl2pPr>
            <a:lvl3pPr marL="1371600" lvl="2" indent="-342900" algn="ctr">
              <a:lnSpc>
                <a:spcPct val="115000"/>
              </a:lnSpc>
              <a:spcBef>
                <a:spcPts val="0"/>
              </a:spcBef>
              <a:spcAft>
                <a:spcPts val="0"/>
              </a:spcAft>
              <a:buClr>
                <a:srgbClr val="525C65"/>
              </a:buClr>
              <a:buSzPts val="1800"/>
              <a:buFont typeface="Helvetica Neue"/>
              <a:buChar char="■"/>
              <a:defRPr sz="1800">
                <a:solidFill>
                  <a:srgbClr val="525C65"/>
                </a:solidFill>
              </a:defRPr>
            </a:lvl3pPr>
            <a:lvl4pPr marL="1828800" lvl="3" indent="-342900" algn="ctr">
              <a:lnSpc>
                <a:spcPct val="115000"/>
              </a:lnSpc>
              <a:spcBef>
                <a:spcPts val="0"/>
              </a:spcBef>
              <a:spcAft>
                <a:spcPts val="0"/>
              </a:spcAft>
              <a:buClr>
                <a:srgbClr val="525C65"/>
              </a:buClr>
              <a:buSzPts val="1800"/>
              <a:buFont typeface="Helvetica Neue"/>
              <a:buChar char="●"/>
              <a:defRPr sz="1800">
                <a:solidFill>
                  <a:srgbClr val="525C65"/>
                </a:solidFill>
              </a:defRPr>
            </a:lvl4pPr>
            <a:lvl5pPr marL="2286000" lvl="4" indent="-342900" algn="ctr">
              <a:lnSpc>
                <a:spcPct val="115000"/>
              </a:lnSpc>
              <a:spcBef>
                <a:spcPts val="0"/>
              </a:spcBef>
              <a:spcAft>
                <a:spcPts val="0"/>
              </a:spcAft>
              <a:buClr>
                <a:srgbClr val="525C65"/>
              </a:buClr>
              <a:buSzPts val="1800"/>
              <a:buFont typeface="Helvetica Neue"/>
              <a:buChar char="○"/>
              <a:defRPr sz="18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11" name="Google Shape;111;p26"/>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2">
    <p:spTree>
      <p:nvGrpSpPr>
        <p:cNvPr id="1" name="Shape 112"/>
        <p:cNvGrpSpPr/>
        <p:nvPr/>
      </p:nvGrpSpPr>
      <p:grpSpPr>
        <a:xfrm>
          <a:off x="0" y="0"/>
          <a:ext cx="0" cy="0"/>
          <a:chOff x="0" y="0"/>
          <a:chExt cx="0" cy="0"/>
        </a:xfrm>
      </p:grpSpPr>
      <p:sp>
        <p:nvSpPr>
          <p:cNvPr id="113" name="Google Shape;113;p27"/>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_HEADER">
  <p:cSld name="SECTION_HEADER 3">
    <p:bg>
      <p:bgPr>
        <a:solidFill>
          <a:srgbClr val="2E3D49"/>
        </a:solidFill>
        <a:effectLst/>
      </p:bgPr>
    </p:bg>
    <p:spTree>
      <p:nvGrpSpPr>
        <p:cNvPr id="1" name="Shape 114"/>
        <p:cNvGrpSpPr/>
        <p:nvPr/>
      </p:nvGrpSpPr>
      <p:grpSpPr>
        <a:xfrm>
          <a:off x="0" y="0"/>
          <a:ext cx="0" cy="0"/>
          <a:chOff x="0" y="0"/>
          <a:chExt cx="0" cy="0"/>
        </a:xfrm>
      </p:grpSpPr>
      <p:sp>
        <p:nvSpPr>
          <p:cNvPr id="115" name="Google Shape;115;p28"/>
          <p:cNvSpPr txBox="1">
            <a:spLocks noGrp="1"/>
          </p:cNvSpPr>
          <p:nvPr>
            <p:ph type="title"/>
          </p:nvPr>
        </p:nvSpPr>
        <p:spPr>
          <a:xfrm>
            <a:off x="264944" y="4206106"/>
            <a:ext cx="7242601" cy="16461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FFFFFF"/>
              </a:buClr>
              <a:buSzPts val="3600"/>
              <a:buFont typeface="Open Sans"/>
              <a:buNone/>
              <a:defRPr sz="3600">
                <a:solidFill>
                  <a:srgbClr val="FFFFFF"/>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6" name="Google Shape;116;p28"/>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AND_TWO_COLUMNS">
  <p:cSld name="TITLE_AND_TWO_COLUMNS 3">
    <p:spTree>
      <p:nvGrpSpPr>
        <p:cNvPr id="1" name="Shape 117"/>
        <p:cNvGrpSpPr/>
        <p:nvPr/>
      </p:nvGrpSpPr>
      <p:grpSpPr>
        <a:xfrm>
          <a:off x="0" y="0"/>
          <a:ext cx="0" cy="0"/>
          <a:chOff x="0" y="0"/>
          <a:chExt cx="0" cy="0"/>
        </a:xfrm>
      </p:grpSpPr>
      <p:sp>
        <p:nvSpPr>
          <p:cNvPr id="118" name="Google Shape;118;p29"/>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9" name="Google Shape;119;p29"/>
          <p:cNvSpPr txBox="1">
            <a:spLocks noGrp="1"/>
          </p:cNvSpPr>
          <p:nvPr>
            <p:ph type="body" idx="1"/>
          </p:nvPr>
        </p:nvSpPr>
        <p:spPr>
          <a:xfrm>
            <a:off x="264944" y="2253728"/>
            <a:ext cx="3399901" cy="6681001"/>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Clr>
                <a:srgbClr val="585858"/>
              </a:buClr>
              <a:buSzPts val="1400"/>
              <a:buFont typeface="Helvetica Neue"/>
              <a:buChar char="●"/>
              <a:defRPr sz="1400"/>
            </a:lvl1pPr>
            <a:lvl2pPr marL="914400" lvl="1" indent="-317500" algn="l">
              <a:lnSpc>
                <a:spcPct val="115000"/>
              </a:lnSpc>
              <a:spcBef>
                <a:spcPts val="0"/>
              </a:spcBef>
              <a:spcAft>
                <a:spcPts val="0"/>
              </a:spcAft>
              <a:buClr>
                <a:srgbClr val="585858"/>
              </a:buClr>
              <a:buSzPts val="1400"/>
              <a:buFont typeface="Helvetica Neue"/>
              <a:buChar char="○"/>
              <a:defRPr sz="1400"/>
            </a:lvl2pPr>
            <a:lvl3pPr marL="1371600" lvl="2" indent="-317500" algn="l">
              <a:lnSpc>
                <a:spcPct val="115000"/>
              </a:lnSpc>
              <a:spcBef>
                <a:spcPts val="0"/>
              </a:spcBef>
              <a:spcAft>
                <a:spcPts val="0"/>
              </a:spcAft>
              <a:buClr>
                <a:srgbClr val="585858"/>
              </a:buClr>
              <a:buSzPts val="1400"/>
              <a:buFont typeface="Helvetica Neue"/>
              <a:buChar char="■"/>
              <a:defRPr sz="1400"/>
            </a:lvl3pPr>
            <a:lvl4pPr marL="1828800" lvl="3" indent="-317500" algn="l">
              <a:lnSpc>
                <a:spcPct val="115000"/>
              </a:lnSpc>
              <a:spcBef>
                <a:spcPts val="0"/>
              </a:spcBef>
              <a:spcAft>
                <a:spcPts val="0"/>
              </a:spcAft>
              <a:buClr>
                <a:srgbClr val="585858"/>
              </a:buClr>
              <a:buSzPts val="1400"/>
              <a:buFont typeface="Helvetica Neue"/>
              <a:buChar char="●"/>
              <a:defRPr sz="1400"/>
            </a:lvl4pPr>
            <a:lvl5pPr marL="2286000" lvl="4" indent="-317500" algn="l">
              <a:lnSpc>
                <a:spcPct val="115000"/>
              </a:lnSpc>
              <a:spcBef>
                <a:spcPts val="0"/>
              </a:spcBef>
              <a:spcAft>
                <a:spcPts val="0"/>
              </a:spcAft>
              <a:buClr>
                <a:srgbClr val="585858"/>
              </a:buClr>
              <a:buSzPts val="1400"/>
              <a:buFont typeface="Helvetica Neue"/>
              <a:buChar char="○"/>
              <a:defRPr sz="14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20" name="Google Shape;120;p29"/>
          <p:cNvSpPr txBox="1">
            <a:spLocks noGrp="1"/>
          </p:cNvSpPr>
          <p:nvPr>
            <p:ph type="body" idx="2"/>
          </p:nvPr>
        </p:nvSpPr>
        <p:spPr>
          <a:xfrm>
            <a:off x="4107539" y="2253728"/>
            <a:ext cx="3399901" cy="66810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21" name="Google Shape;121;p29"/>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_ONLY">
  <p:cSld name="TITLE_ONLY 3">
    <p:spTree>
      <p:nvGrpSpPr>
        <p:cNvPr id="1" name="Shape 122"/>
        <p:cNvGrpSpPr/>
        <p:nvPr/>
      </p:nvGrpSpPr>
      <p:grpSpPr>
        <a:xfrm>
          <a:off x="0" y="0"/>
          <a:ext cx="0" cy="0"/>
          <a:chOff x="0" y="0"/>
          <a:chExt cx="0" cy="0"/>
        </a:xfrm>
      </p:grpSpPr>
      <p:sp>
        <p:nvSpPr>
          <p:cNvPr id="123" name="Google Shape;123;p30"/>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2800"/>
              <a:buFont typeface="Open Sans"/>
              <a:buNone/>
              <a:defRPr sz="2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24" name="Google Shape;124;p30"/>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_COLUMN_TEXT">
  <p:cSld name="ONE_COLUMN_TEXT 3">
    <p:spTree>
      <p:nvGrpSpPr>
        <p:cNvPr id="1" name="Shape 125"/>
        <p:cNvGrpSpPr/>
        <p:nvPr/>
      </p:nvGrpSpPr>
      <p:grpSpPr>
        <a:xfrm>
          <a:off x="0" y="0"/>
          <a:ext cx="0" cy="0"/>
          <a:chOff x="0" y="0"/>
          <a:chExt cx="0" cy="0"/>
        </a:xfrm>
      </p:grpSpPr>
      <p:sp>
        <p:nvSpPr>
          <p:cNvPr id="126" name="Google Shape;126;p31"/>
          <p:cNvSpPr txBox="1">
            <a:spLocks noGrp="1"/>
          </p:cNvSpPr>
          <p:nvPr>
            <p:ph type="title"/>
          </p:nvPr>
        </p:nvSpPr>
        <p:spPr>
          <a:xfrm>
            <a:off x="264944" y="1086507"/>
            <a:ext cx="2386802" cy="1477801"/>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Open Sans"/>
              <a:buNone/>
              <a:defRPr sz="2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27" name="Google Shape;127;p31"/>
          <p:cNvSpPr txBox="1">
            <a:spLocks noGrp="1"/>
          </p:cNvSpPr>
          <p:nvPr>
            <p:ph type="body" idx="1"/>
          </p:nvPr>
        </p:nvSpPr>
        <p:spPr>
          <a:xfrm>
            <a:off x="264944" y="2717439"/>
            <a:ext cx="2386802" cy="62175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Clr>
                <a:srgbClr val="585858"/>
              </a:buClr>
              <a:buSzPts val="1200"/>
              <a:buFont typeface="Helvetica Neue"/>
              <a:buChar char="●"/>
              <a:defRPr sz="1200"/>
            </a:lvl1pPr>
            <a:lvl2pPr marL="914400" lvl="1" indent="-304800" algn="l">
              <a:lnSpc>
                <a:spcPct val="115000"/>
              </a:lnSpc>
              <a:spcBef>
                <a:spcPts val="0"/>
              </a:spcBef>
              <a:spcAft>
                <a:spcPts val="0"/>
              </a:spcAft>
              <a:buClr>
                <a:srgbClr val="585858"/>
              </a:buClr>
              <a:buSzPts val="1200"/>
              <a:buFont typeface="Helvetica Neue"/>
              <a:buChar char="○"/>
              <a:defRPr sz="1200"/>
            </a:lvl2pPr>
            <a:lvl3pPr marL="1371600" lvl="2" indent="-304800" algn="l">
              <a:lnSpc>
                <a:spcPct val="115000"/>
              </a:lnSpc>
              <a:spcBef>
                <a:spcPts val="0"/>
              </a:spcBef>
              <a:spcAft>
                <a:spcPts val="0"/>
              </a:spcAft>
              <a:buClr>
                <a:srgbClr val="585858"/>
              </a:buClr>
              <a:buSzPts val="1200"/>
              <a:buFont typeface="Helvetica Neue"/>
              <a:buChar char="■"/>
              <a:defRPr sz="1200"/>
            </a:lvl3pPr>
            <a:lvl4pPr marL="1828800" lvl="3" indent="-304800" algn="l">
              <a:lnSpc>
                <a:spcPct val="115000"/>
              </a:lnSpc>
              <a:spcBef>
                <a:spcPts val="0"/>
              </a:spcBef>
              <a:spcAft>
                <a:spcPts val="0"/>
              </a:spcAft>
              <a:buClr>
                <a:srgbClr val="585858"/>
              </a:buClr>
              <a:buSzPts val="1200"/>
              <a:buFont typeface="Helvetica Neue"/>
              <a:buChar char="●"/>
              <a:defRPr sz="1200"/>
            </a:lvl4pPr>
            <a:lvl5pPr marL="2286000" lvl="4" indent="-304800" algn="l">
              <a:lnSpc>
                <a:spcPct val="115000"/>
              </a:lnSpc>
              <a:spcBef>
                <a:spcPts val="0"/>
              </a:spcBef>
              <a:spcAft>
                <a:spcPts val="0"/>
              </a:spcAft>
              <a:buClr>
                <a:srgbClr val="585858"/>
              </a:buClr>
              <a:buSzPts val="1200"/>
              <a:buFont typeface="Helvetica Neue"/>
              <a:buChar char="○"/>
              <a:defRPr sz="12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28" name="Google Shape;128;p31"/>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_POINT">
  <p:cSld name="MAIN_POINT 3">
    <p:spTree>
      <p:nvGrpSpPr>
        <p:cNvPr id="1" name="Shape 129"/>
        <p:cNvGrpSpPr/>
        <p:nvPr/>
      </p:nvGrpSpPr>
      <p:grpSpPr>
        <a:xfrm>
          <a:off x="0" y="0"/>
          <a:ext cx="0" cy="0"/>
          <a:chOff x="0" y="0"/>
          <a:chExt cx="0" cy="0"/>
        </a:xfrm>
      </p:grpSpPr>
      <p:sp>
        <p:nvSpPr>
          <p:cNvPr id="130" name="Google Shape;130;p32"/>
          <p:cNvSpPr txBox="1">
            <a:spLocks noGrp="1"/>
          </p:cNvSpPr>
          <p:nvPr>
            <p:ph type="title"/>
          </p:nvPr>
        </p:nvSpPr>
        <p:spPr>
          <a:xfrm>
            <a:off x="416712" y="880292"/>
            <a:ext cx="5412601" cy="7999802"/>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000000"/>
              </a:buClr>
              <a:buSzPts val="4800"/>
              <a:buFont typeface="Open Sans"/>
              <a:buNone/>
              <a:defRPr sz="48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31" name="Google Shape;131;p32"/>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3">
    <p:spTree>
      <p:nvGrpSpPr>
        <p:cNvPr id="1" name="Shape 132"/>
        <p:cNvGrpSpPr/>
        <p:nvPr/>
      </p:nvGrpSpPr>
      <p:grpSpPr>
        <a:xfrm>
          <a:off x="0" y="0"/>
          <a:ext cx="0" cy="0"/>
          <a:chOff x="0" y="0"/>
          <a:chExt cx="0" cy="0"/>
        </a:xfrm>
      </p:grpSpPr>
      <p:sp>
        <p:nvSpPr>
          <p:cNvPr id="133" name="Google Shape;133;p33"/>
          <p:cNvSpPr/>
          <p:nvPr/>
        </p:nvSpPr>
        <p:spPr>
          <a:xfrm>
            <a:off x="3886200" y="-244"/>
            <a:ext cx="3886200" cy="10058401"/>
          </a:xfrm>
          <a:prstGeom prst="rect">
            <a:avLst/>
          </a:prstGeom>
          <a:solidFill>
            <a:srgbClr val="EEEEEE"/>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3"/>
          <p:cNvSpPr txBox="1">
            <a:spLocks noGrp="1"/>
          </p:cNvSpPr>
          <p:nvPr>
            <p:ph type="title"/>
          </p:nvPr>
        </p:nvSpPr>
        <p:spPr>
          <a:xfrm>
            <a:off x="225675" y="2411541"/>
            <a:ext cx="3438300" cy="2898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Open Sans"/>
              <a:buNone/>
              <a:defRPr sz="42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35" name="Google Shape;135;p33"/>
          <p:cNvSpPr txBox="1">
            <a:spLocks noGrp="1"/>
          </p:cNvSpPr>
          <p:nvPr>
            <p:ph type="body" idx="1"/>
          </p:nvPr>
        </p:nvSpPr>
        <p:spPr>
          <a:xfrm>
            <a:off x="225675" y="5481568"/>
            <a:ext cx="3438300" cy="24153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Open Sans"/>
              <a:buNone/>
              <a:defRPr sz="2100"/>
            </a:lvl1pPr>
            <a:lvl2pPr marL="914400" lvl="1" indent="-228600" algn="ctr">
              <a:lnSpc>
                <a:spcPct val="100000"/>
              </a:lnSpc>
              <a:spcBef>
                <a:spcPts val="0"/>
              </a:spcBef>
              <a:spcAft>
                <a:spcPts val="0"/>
              </a:spcAft>
              <a:buClr>
                <a:srgbClr val="585858"/>
              </a:buClr>
              <a:buSzPts val="2100"/>
              <a:buFont typeface="Open Sans"/>
              <a:buNone/>
              <a:defRPr sz="2100"/>
            </a:lvl2pPr>
            <a:lvl3pPr marL="1371600" lvl="2" indent="-228600" algn="ctr">
              <a:lnSpc>
                <a:spcPct val="100000"/>
              </a:lnSpc>
              <a:spcBef>
                <a:spcPts val="0"/>
              </a:spcBef>
              <a:spcAft>
                <a:spcPts val="0"/>
              </a:spcAft>
              <a:buClr>
                <a:srgbClr val="585858"/>
              </a:buClr>
              <a:buSzPts val="2100"/>
              <a:buFont typeface="Open Sans"/>
              <a:buNone/>
              <a:defRPr sz="2100"/>
            </a:lvl3pPr>
            <a:lvl4pPr marL="1828800" lvl="3" indent="-228600" algn="ctr">
              <a:lnSpc>
                <a:spcPct val="100000"/>
              </a:lnSpc>
              <a:spcBef>
                <a:spcPts val="0"/>
              </a:spcBef>
              <a:spcAft>
                <a:spcPts val="0"/>
              </a:spcAft>
              <a:buClr>
                <a:srgbClr val="585858"/>
              </a:buClr>
              <a:buSzPts val="2100"/>
              <a:buFont typeface="Open Sans"/>
              <a:buNone/>
              <a:defRPr sz="2100"/>
            </a:lvl4pPr>
            <a:lvl5pPr marL="2286000" lvl="4" indent="-228600" algn="ctr">
              <a:lnSpc>
                <a:spcPct val="100000"/>
              </a:lnSpc>
              <a:spcBef>
                <a:spcPts val="0"/>
              </a:spcBef>
              <a:spcAft>
                <a:spcPts val="0"/>
              </a:spcAft>
              <a:buClr>
                <a:srgbClr val="585858"/>
              </a:buClr>
              <a:buSzPts val="2100"/>
              <a:buFont typeface="Open Sans"/>
              <a:buNone/>
              <a:defRPr sz="21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36" name="Google Shape;136;p33"/>
          <p:cNvSpPr txBox="1">
            <a:spLocks noGrp="1"/>
          </p:cNvSpPr>
          <p:nvPr>
            <p:ph type="body" idx="2"/>
          </p:nvPr>
        </p:nvSpPr>
        <p:spPr>
          <a:xfrm>
            <a:off x="4198575" y="1415968"/>
            <a:ext cx="3261301" cy="7226102"/>
          </a:xfrm>
          <a:prstGeom prst="rect">
            <a:avLst/>
          </a:prstGeom>
          <a:noFill/>
          <a:ln>
            <a:noFill/>
          </a:ln>
        </p:spPr>
        <p:txBody>
          <a:bodyPr spcFirstLastPara="1" wrap="square" lIns="91400" tIns="91400" rIns="91400" bIns="91400" anchor="ctr"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37" name="Google Shape;137;p33"/>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_ONLY">
  <p:cSld name="CAPTION_ONLY 3">
    <p:spTree>
      <p:nvGrpSpPr>
        <p:cNvPr id="1" name="Shape 138"/>
        <p:cNvGrpSpPr/>
        <p:nvPr/>
      </p:nvGrpSpPr>
      <p:grpSpPr>
        <a:xfrm>
          <a:off x="0" y="0"/>
          <a:ext cx="0" cy="0"/>
          <a:chOff x="0" y="0"/>
          <a:chExt cx="0" cy="0"/>
        </a:xfrm>
      </p:grpSpPr>
      <p:sp>
        <p:nvSpPr>
          <p:cNvPr id="139" name="Google Shape;139;p34"/>
          <p:cNvSpPr txBox="1">
            <a:spLocks noGrp="1"/>
          </p:cNvSpPr>
          <p:nvPr>
            <p:ph type="body" idx="1"/>
          </p:nvPr>
        </p:nvSpPr>
        <p:spPr>
          <a:xfrm>
            <a:off x="264944" y="8273123"/>
            <a:ext cx="5099101" cy="11832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Font typeface="Open Sans"/>
              <a:buNone/>
              <a:defRPr sz="1800"/>
            </a:lvl1pPr>
            <a:lvl2pPr marL="914400" lvl="1" indent="-228600" algn="ctr">
              <a:lnSpc>
                <a:spcPct val="100000"/>
              </a:lnSpc>
              <a:spcBef>
                <a:spcPts val="0"/>
              </a:spcBef>
              <a:spcAft>
                <a:spcPts val="0"/>
              </a:spcAft>
              <a:buSzPts val="2800"/>
              <a:buNone/>
              <a:defRPr/>
            </a:lvl2pPr>
            <a:lvl3pPr marL="1371600" lvl="2" indent="-228600" algn="ctr">
              <a:lnSpc>
                <a:spcPct val="100000"/>
              </a:lnSpc>
              <a:spcBef>
                <a:spcPts val="0"/>
              </a:spcBef>
              <a:spcAft>
                <a:spcPts val="0"/>
              </a:spcAft>
              <a:buSzPts val="2800"/>
              <a:buNone/>
              <a:defRPr/>
            </a:lvl3pPr>
            <a:lvl4pPr marL="1828800" lvl="3" indent="-228600" algn="ctr">
              <a:lnSpc>
                <a:spcPct val="100000"/>
              </a:lnSpc>
              <a:spcBef>
                <a:spcPts val="0"/>
              </a:spcBef>
              <a:spcAft>
                <a:spcPts val="0"/>
              </a:spcAft>
              <a:buSzPts val="2800"/>
              <a:buNone/>
              <a:defRPr/>
            </a:lvl4pPr>
            <a:lvl5pPr marL="2286000" lvl="4" indent="-228600" algn="ctr">
              <a:lnSpc>
                <a:spcPct val="100000"/>
              </a:lnSpc>
              <a:spcBef>
                <a:spcPts val="0"/>
              </a:spcBef>
              <a:spcAft>
                <a:spcPts val="0"/>
              </a:spcAft>
              <a:buSzPts val="2800"/>
              <a:buNone/>
              <a:defRPr/>
            </a:lvl5pPr>
            <a:lvl6pPr marL="2743200" lvl="5" indent="-228600" algn="ctr">
              <a:lnSpc>
                <a:spcPct val="100000"/>
              </a:lnSpc>
              <a:spcBef>
                <a:spcPts val="0"/>
              </a:spcBef>
              <a:spcAft>
                <a:spcPts val="0"/>
              </a:spcAft>
              <a:buSzPts val="2800"/>
              <a:buNone/>
              <a:defRPr/>
            </a:lvl6pPr>
            <a:lvl7pPr marL="3200400" lvl="6" indent="-228600" algn="ctr">
              <a:lnSpc>
                <a:spcPct val="100000"/>
              </a:lnSpc>
              <a:spcBef>
                <a:spcPts val="0"/>
              </a:spcBef>
              <a:spcAft>
                <a:spcPts val="0"/>
              </a:spcAft>
              <a:buSzPts val="2800"/>
              <a:buNone/>
              <a:defRPr/>
            </a:lvl7pPr>
            <a:lvl8pPr marL="3657600" lvl="7" indent="-228600" algn="ctr">
              <a:lnSpc>
                <a:spcPct val="100000"/>
              </a:lnSpc>
              <a:spcBef>
                <a:spcPts val="0"/>
              </a:spcBef>
              <a:spcAft>
                <a:spcPts val="0"/>
              </a:spcAft>
              <a:buSzPts val="2800"/>
              <a:buNone/>
              <a:defRPr/>
            </a:lvl8pPr>
            <a:lvl9pPr marL="4114800" lvl="8" indent="-228600" algn="ctr">
              <a:lnSpc>
                <a:spcPct val="100000"/>
              </a:lnSpc>
              <a:spcBef>
                <a:spcPts val="0"/>
              </a:spcBef>
              <a:spcAft>
                <a:spcPts val="0"/>
              </a:spcAft>
              <a:buSzPts val="2800"/>
              <a:buNone/>
              <a:defRPr/>
            </a:lvl9pPr>
          </a:lstStyle>
          <a:p>
            <a:endParaRPr/>
          </a:p>
        </p:txBody>
      </p:sp>
      <p:sp>
        <p:nvSpPr>
          <p:cNvPr id="140" name="Google Shape;140;p34"/>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_NUMBER">
  <p:cSld name="BIG_NUMBER 3">
    <p:spTree>
      <p:nvGrpSpPr>
        <p:cNvPr id="1" name="Shape 141"/>
        <p:cNvGrpSpPr/>
        <p:nvPr/>
      </p:nvGrpSpPr>
      <p:grpSpPr>
        <a:xfrm>
          <a:off x="0" y="0"/>
          <a:ext cx="0" cy="0"/>
          <a:chOff x="0" y="0"/>
          <a:chExt cx="0" cy="0"/>
        </a:xfrm>
      </p:grpSpPr>
      <p:sp>
        <p:nvSpPr>
          <p:cNvPr id="142" name="Google Shape;142;p35"/>
          <p:cNvSpPr txBox="1">
            <a:spLocks noGrp="1"/>
          </p:cNvSpPr>
          <p:nvPr>
            <p:ph type="title"/>
          </p:nvPr>
        </p:nvSpPr>
        <p:spPr>
          <a:xfrm>
            <a:off x="264944" y="2163089"/>
            <a:ext cx="7242601" cy="38397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Open Sans"/>
              <a:buNone/>
              <a:defRPr sz="1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43" name="Google Shape;143;p35"/>
          <p:cNvSpPr txBox="1">
            <a:spLocks noGrp="1"/>
          </p:cNvSpPr>
          <p:nvPr>
            <p:ph type="body" idx="1"/>
          </p:nvPr>
        </p:nvSpPr>
        <p:spPr>
          <a:xfrm>
            <a:off x="264944" y="6164350"/>
            <a:ext cx="7242601" cy="2543701"/>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Clr>
                <a:srgbClr val="585858"/>
              </a:buClr>
              <a:buSzPts val="1800"/>
              <a:buFont typeface="Helvetica Neue"/>
              <a:buChar char="●"/>
              <a:defRPr sz="1800"/>
            </a:lvl1pPr>
            <a:lvl2pPr marL="914400" lvl="1" indent="-342900" algn="ctr">
              <a:lnSpc>
                <a:spcPct val="115000"/>
              </a:lnSpc>
              <a:spcBef>
                <a:spcPts val="0"/>
              </a:spcBef>
              <a:spcAft>
                <a:spcPts val="0"/>
              </a:spcAft>
              <a:buClr>
                <a:srgbClr val="585858"/>
              </a:buClr>
              <a:buSzPts val="1800"/>
              <a:buFont typeface="Helvetica Neue"/>
              <a:buChar char="○"/>
              <a:defRPr sz="1800"/>
            </a:lvl2pPr>
            <a:lvl3pPr marL="1371600" lvl="2" indent="-342900" algn="ctr">
              <a:lnSpc>
                <a:spcPct val="115000"/>
              </a:lnSpc>
              <a:spcBef>
                <a:spcPts val="0"/>
              </a:spcBef>
              <a:spcAft>
                <a:spcPts val="0"/>
              </a:spcAft>
              <a:buClr>
                <a:srgbClr val="585858"/>
              </a:buClr>
              <a:buSzPts val="1800"/>
              <a:buFont typeface="Helvetica Neue"/>
              <a:buChar char="■"/>
              <a:defRPr sz="1800"/>
            </a:lvl3pPr>
            <a:lvl4pPr marL="1828800" lvl="3" indent="-342900" algn="ctr">
              <a:lnSpc>
                <a:spcPct val="115000"/>
              </a:lnSpc>
              <a:spcBef>
                <a:spcPts val="0"/>
              </a:spcBef>
              <a:spcAft>
                <a:spcPts val="0"/>
              </a:spcAft>
              <a:buClr>
                <a:srgbClr val="585858"/>
              </a:buClr>
              <a:buSzPts val="1800"/>
              <a:buFont typeface="Helvetica Neue"/>
              <a:buChar char="●"/>
              <a:defRPr sz="1800"/>
            </a:lvl4pPr>
            <a:lvl5pPr marL="2286000" lvl="4" indent="-342900" algn="ctr">
              <a:lnSpc>
                <a:spcPct val="115000"/>
              </a:lnSpc>
              <a:spcBef>
                <a:spcPts val="0"/>
              </a:spcBef>
              <a:spcAft>
                <a:spcPts val="0"/>
              </a:spcAft>
              <a:buClr>
                <a:srgbClr val="585858"/>
              </a:buClr>
              <a:buSzPts val="1800"/>
              <a:buFont typeface="Helvetica Neue"/>
              <a:buChar char="○"/>
              <a:defRPr sz="1800"/>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44" name="Google Shape;144;p35"/>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p:cSld name="BLANK 3">
    <p:spTree>
      <p:nvGrpSpPr>
        <p:cNvPr id="1" name="Shape 145"/>
        <p:cNvGrpSpPr/>
        <p:nvPr/>
      </p:nvGrpSpPr>
      <p:grpSpPr>
        <a:xfrm>
          <a:off x="0" y="0"/>
          <a:ext cx="0" cy="0"/>
          <a:chOff x="0" y="0"/>
          <a:chExt cx="0" cy="0"/>
        </a:xfrm>
      </p:grpSpPr>
      <p:sp>
        <p:nvSpPr>
          <p:cNvPr id="146" name="Google Shape;146;p36"/>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_HEADER">
  <p:cSld name="SECTION_HEADER 4">
    <p:bg>
      <p:bgPr>
        <a:solidFill>
          <a:srgbClr val="2E3D49"/>
        </a:solidFill>
        <a:effectLst/>
      </p:bgPr>
    </p:bg>
    <p:spTree>
      <p:nvGrpSpPr>
        <p:cNvPr id="1" name="Shape 147"/>
        <p:cNvGrpSpPr/>
        <p:nvPr/>
      </p:nvGrpSpPr>
      <p:grpSpPr>
        <a:xfrm>
          <a:off x="0" y="0"/>
          <a:ext cx="0" cy="0"/>
          <a:chOff x="0" y="0"/>
          <a:chExt cx="0" cy="0"/>
        </a:xfrm>
      </p:grpSpPr>
      <p:sp>
        <p:nvSpPr>
          <p:cNvPr id="148" name="Google Shape;148;p37"/>
          <p:cNvSpPr txBox="1">
            <a:spLocks noGrp="1"/>
          </p:cNvSpPr>
          <p:nvPr>
            <p:ph type="title"/>
          </p:nvPr>
        </p:nvSpPr>
        <p:spPr>
          <a:xfrm>
            <a:off x="264944" y="4206106"/>
            <a:ext cx="7242601" cy="16461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FFFFFF"/>
              </a:buClr>
              <a:buSzPts val="3600"/>
              <a:buFont typeface="Open Sans"/>
              <a:buNone/>
              <a:defRPr sz="3600">
                <a:solidFill>
                  <a:srgbClr val="FFFFFF"/>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49" name="Google Shape;149;p37"/>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_AND_BODY">
  <p:cSld name="TITLE_AND_BODY 5">
    <p:spTree>
      <p:nvGrpSpPr>
        <p:cNvPr id="1" name="Shape 150"/>
        <p:cNvGrpSpPr/>
        <p:nvPr/>
      </p:nvGrpSpPr>
      <p:grpSpPr>
        <a:xfrm>
          <a:off x="0" y="0"/>
          <a:ext cx="0" cy="0"/>
          <a:chOff x="0" y="0"/>
          <a:chExt cx="0" cy="0"/>
        </a:xfrm>
      </p:grpSpPr>
      <p:sp>
        <p:nvSpPr>
          <p:cNvPr id="151" name="Google Shape;151;p38"/>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2" name="Google Shape;152;p38"/>
          <p:cNvSpPr txBox="1">
            <a:spLocks noGrp="1"/>
          </p:cNvSpPr>
          <p:nvPr>
            <p:ph type="body" idx="1"/>
          </p:nvPr>
        </p:nvSpPr>
        <p:spPr>
          <a:xfrm>
            <a:off x="264944" y="2253728"/>
            <a:ext cx="7242601" cy="6681001"/>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525C65"/>
              </a:buClr>
              <a:buSzPts val="1800"/>
              <a:buFont typeface="Helvetica Neue"/>
              <a:buChar char="●"/>
              <a:defRPr sz="1800">
                <a:solidFill>
                  <a:srgbClr val="525C65"/>
                </a:solidFill>
              </a:defRPr>
            </a:lvl1pPr>
            <a:lvl2pPr marL="914400" lvl="1" indent="-342900" algn="l">
              <a:lnSpc>
                <a:spcPct val="115000"/>
              </a:lnSpc>
              <a:spcBef>
                <a:spcPts val="0"/>
              </a:spcBef>
              <a:spcAft>
                <a:spcPts val="0"/>
              </a:spcAft>
              <a:buClr>
                <a:srgbClr val="525C65"/>
              </a:buClr>
              <a:buSzPts val="1800"/>
              <a:buFont typeface="Helvetica Neue"/>
              <a:buChar char="○"/>
              <a:defRPr sz="1800">
                <a:solidFill>
                  <a:srgbClr val="525C65"/>
                </a:solidFill>
              </a:defRPr>
            </a:lvl2pPr>
            <a:lvl3pPr marL="1371600" lvl="2" indent="-342900" algn="l">
              <a:lnSpc>
                <a:spcPct val="115000"/>
              </a:lnSpc>
              <a:spcBef>
                <a:spcPts val="0"/>
              </a:spcBef>
              <a:spcAft>
                <a:spcPts val="0"/>
              </a:spcAft>
              <a:buClr>
                <a:srgbClr val="525C65"/>
              </a:buClr>
              <a:buSzPts val="1800"/>
              <a:buFont typeface="Helvetica Neue"/>
              <a:buChar char="■"/>
              <a:defRPr sz="1800">
                <a:solidFill>
                  <a:srgbClr val="525C65"/>
                </a:solidFill>
              </a:defRPr>
            </a:lvl3pPr>
            <a:lvl4pPr marL="1828800" lvl="3" indent="-342900" algn="l">
              <a:lnSpc>
                <a:spcPct val="115000"/>
              </a:lnSpc>
              <a:spcBef>
                <a:spcPts val="0"/>
              </a:spcBef>
              <a:spcAft>
                <a:spcPts val="0"/>
              </a:spcAft>
              <a:buClr>
                <a:srgbClr val="525C65"/>
              </a:buClr>
              <a:buSzPts val="1800"/>
              <a:buFont typeface="Helvetica Neue"/>
              <a:buChar char="●"/>
              <a:defRPr sz="1800">
                <a:solidFill>
                  <a:srgbClr val="525C65"/>
                </a:solidFill>
              </a:defRPr>
            </a:lvl4pPr>
            <a:lvl5pPr marL="2286000" lvl="4" indent="-342900" algn="l">
              <a:lnSpc>
                <a:spcPct val="115000"/>
              </a:lnSpc>
              <a:spcBef>
                <a:spcPts val="0"/>
              </a:spcBef>
              <a:spcAft>
                <a:spcPts val="0"/>
              </a:spcAft>
              <a:buClr>
                <a:srgbClr val="525C65"/>
              </a:buClr>
              <a:buSzPts val="1800"/>
              <a:buFont typeface="Helvetica Neue"/>
              <a:buChar char="○"/>
              <a:defRPr sz="18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grpSp>
        <p:nvGrpSpPr>
          <p:cNvPr id="153" name="Google Shape;153;p38"/>
          <p:cNvGrpSpPr/>
          <p:nvPr/>
        </p:nvGrpSpPr>
        <p:grpSpPr>
          <a:xfrm>
            <a:off x="884148" y="7891974"/>
            <a:ext cx="6004204" cy="1749303"/>
            <a:chOff x="-1" y="-1"/>
            <a:chExt cx="6004202" cy="1749302"/>
          </a:xfrm>
        </p:grpSpPr>
        <p:sp>
          <p:nvSpPr>
            <p:cNvPr id="154" name="Google Shape;154;p38"/>
            <p:cNvSpPr/>
            <p:nvPr/>
          </p:nvSpPr>
          <p:spPr>
            <a:xfrm>
              <a:off x="-1" y="-1"/>
              <a:ext cx="6004202" cy="1749302"/>
            </a:xfrm>
            <a:prstGeom prst="rect">
              <a:avLst/>
            </a:prstGeom>
            <a:solidFill>
              <a:srgbClr val="DBE2E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C26B"/>
                </a:buClr>
                <a:buSzPts val="3600"/>
                <a:buFont typeface="Open Sans"/>
                <a:buNone/>
              </a:pPr>
              <a:endParaRPr sz="3600" b="0" i="1" u="none" strike="noStrike" cap="none">
                <a:solidFill>
                  <a:srgbClr val="15C26B"/>
                </a:solidFill>
                <a:latin typeface="Open Sans"/>
                <a:ea typeface="Open Sans"/>
                <a:cs typeface="Open Sans"/>
                <a:sym typeface="Open Sans"/>
              </a:endParaRPr>
            </a:p>
          </p:txBody>
        </p:sp>
        <p:sp>
          <p:nvSpPr>
            <p:cNvPr id="155" name="Google Shape;155;p38"/>
            <p:cNvSpPr txBox="1"/>
            <p:nvPr/>
          </p:nvSpPr>
          <p:spPr>
            <a:xfrm>
              <a:off x="-1" y="510175"/>
              <a:ext cx="6004202" cy="728950"/>
            </a:xfrm>
            <a:prstGeom prst="rect">
              <a:avLst/>
            </a:prstGeom>
            <a:noFill/>
            <a:ln>
              <a:noFill/>
            </a:ln>
          </p:spPr>
          <p:txBody>
            <a:bodyPr spcFirstLastPara="1" wrap="square" lIns="91400" tIns="91400" rIns="91400" bIns="91400" anchor="ctr" anchorCtr="0">
              <a:spAutoFit/>
            </a:bodyPr>
            <a:lstStyle/>
            <a:p>
              <a:pPr marL="0" marR="0" lvl="0" indent="0" algn="ctr" rtl="0">
                <a:lnSpc>
                  <a:spcPct val="100000"/>
                </a:lnSpc>
                <a:spcBef>
                  <a:spcPts val="0"/>
                </a:spcBef>
                <a:spcAft>
                  <a:spcPts val="0"/>
                </a:spcAft>
                <a:buClr>
                  <a:srgbClr val="15C26B"/>
                </a:buClr>
                <a:buSzPts val="3600"/>
                <a:buFont typeface="Open Sans"/>
                <a:buNone/>
              </a:pPr>
              <a:r>
                <a:rPr lang="en-US" sz="3600" b="0" i="1" u="none" strike="noStrike" cap="none">
                  <a:solidFill>
                    <a:srgbClr val="15C26B"/>
                  </a:solidFill>
                  <a:latin typeface="Open Sans"/>
                  <a:ea typeface="Open Sans"/>
                  <a:cs typeface="Open Sans"/>
                  <a:sym typeface="Open Sans"/>
                </a:rPr>
                <a:t>Remove this slide </a:t>
              </a:r>
              <a:endParaRPr sz="1400" b="0" i="0" u="none" strike="noStrike" cap="none">
                <a:solidFill>
                  <a:srgbClr val="000000"/>
                </a:solidFill>
                <a:latin typeface="Arial"/>
                <a:ea typeface="Arial"/>
                <a:cs typeface="Arial"/>
                <a:sym typeface="Arial"/>
              </a:endParaRPr>
            </a:p>
          </p:txBody>
        </p:sp>
      </p:grpSp>
      <p:pic>
        <p:nvPicPr>
          <p:cNvPr id="156" name="Google Shape;156;p38" descr="Google Shape;144;p41"/>
          <p:cNvPicPr preferRelativeResize="0"/>
          <p:nvPr/>
        </p:nvPicPr>
        <p:blipFill rotWithShape="1">
          <a:blip r:embed="rId2">
            <a:alphaModFix/>
          </a:blip>
          <a:srcRect/>
          <a:stretch/>
        </p:blipFill>
        <p:spPr>
          <a:xfrm>
            <a:off x="338800" y="251395"/>
            <a:ext cx="1250251" cy="618877"/>
          </a:xfrm>
          <a:prstGeom prst="rect">
            <a:avLst/>
          </a:prstGeom>
          <a:noFill/>
          <a:ln>
            <a:noFill/>
          </a:ln>
        </p:spPr>
      </p:pic>
      <p:sp>
        <p:nvSpPr>
          <p:cNvPr id="157" name="Google Shape;157;p38"/>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_AND_BODY_1">
  <p:cSld name="TITLE_AND_BODY_1 2">
    <p:spTree>
      <p:nvGrpSpPr>
        <p:cNvPr id="1" name="Shape 158"/>
        <p:cNvGrpSpPr/>
        <p:nvPr/>
      </p:nvGrpSpPr>
      <p:grpSpPr>
        <a:xfrm>
          <a:off x="0" y="0"/>
          <a:ext cx="0" cy="0"/>
          <a:chOff x="0" y="0"/>
          <a:chExt cx="0" cy="0"/>
        </a:xfrm>
      </p:grpSpPr>
      <p:sp>
        <p:nvSpPr>
          <p:cNvPr id="159" name="Google Shape;159;p39"/>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0" name="Google Shape;160;p39"/>
          <p:cNvSpPr txBox="1">
            <a:spLocks noGrp="1"/>
          </p:cNvSpPr>
          <p:nvPr>
            <p:ph type="body" idx="1"/>
          </p:nvPr>
        </p:nvSpPr>
        <p:spPr>
          <a:xfrm>
            <a:off x="264944" y="2253728"/>
            <a:ext cx="7242601" cy="6681001"/>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Clr>
                <a:srgbClr val="525C65"/>
              </a:buClr>
              <a:buSzPts val="1800"/>
              <a:buFont typeface="Helvetica Neue"/>
              <a:buChar char="●"/>
              <a:defRPr sz="1800">
                <a:solidFill>
                  <a:srgbClr val="525C65"/>
                </a:solidFill>
              </a:defRPr>
            </a:lvl1pPr>
            <a:lvl2pPr marL="914400" lvl="1" indent="-342900" algn="l">
              <a:lnSpc>
                <a:spcPct val="115000"/>
              </a:lnSpc>
              <a:spcBef>
                <a:spcPts val="0"/>
              </a:spcBef>
              <a:spcAft>
                <a:spcPts val="0"/>
              </a:spcAft>
              <a:buClr>
                <a:srgbClr val="525C65"/>
              </a:buClr>
              <a:buSzPts val="1800"/>
              <a:buFont typeface="Helvetica Neue"/>
              <a:buChar char="○"/>
              <a:defRPr sz="1800">
                <a:solidFill>
                  <a:srgbClr val="525C65"/>
                </a:solidFill>
              </a:defRPr>
            </a:lvl2pPr>
            <a:lvl3pPr marL="1371600" lvl="2" indent="-342900" algn="l">
              <a:lnSpc>
                <a:spcPct val="115000"/>
              </a:lnSpc>
              <a:spcBef>
                <a:spcPts val="0"/>
              </a:spcBef>
              <a:spcAft>
                <a:spcPts val="0"/>
              </a:spcAft>
              <a:buClr>
                <a:srgbClr val="525C65"/>
              </a:buClr>
              <a:buSzPts val="1800"/>
              <a:buFont typeface="Helvetica Neue"/>
              <a:buChar char="■"/>
              <a:defRPr sz="1800">
                <a:solidFill>
                  <a:srgbClr val="525C65"/>
                </a:solidFill>
              </a:defRPr>
            </a:lvl3pPr>
            <a:lvl4pPr marL="1828800" lvl="3" indent="-342900" algn="l">
              <a:lnSpc>
                <a:spcPct val="115000"/>
              </a:lnSpc>
              <a:spcBef>
                <a:spcPts val="0"/>
              </a:spcBef>
              <a:spcAft>
                <a:spcPts val="0"/>
              </a:spcAft>
              <a:buClr>
                <a:srgbClr val="525C65"/>
              </a:buClr>
              <a:buSzPts val="1800"/>
              <a:buFont typeface="Helvetica Neue"/>
              <a:buChar char="●"/>
              <a:defRPr sz="1800">
                <a:solidFill>
                  <a:srgbClr val="525C65"/>
                </a:solidFill>
              </a:defRPr>
            </a:lvl4pPr>
            <a:lvl5pPr marL="2286000" lvl="4" indent="-342900" algn="l">
              <a:lnSpc>
                <a:spcPct val="115000"/>
              </a:lnSpc>
              <a:spcBef>
                <a:spcPts val="0"/>
              </a:spcBef>
              <a:spcAft>
                <a:spcPts val="0"/>
              </a:spcAft>
              <a:buClr>
                <a:srgbClr val="525C65"/>
              </a:buClr>
              <a:buSzPts val="1800"/>
              <a:buFont typeface="Helvetica Neue"/>
              <a:buChar char="○"/>
              <a:defRPr sz="18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61" name="Google Shape;161;p39"/>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_AND_TWO_COLUMNS">
  <p:cSld name="TITLE_AND_TWO_COLUMNS 4">
    <p:spTree>
      <p:nvGrpSpPr>
        <p:cNvPr id="1" name="Shape 162"/>
        <p:cNvGrpSpPr/>
        <p:nvPr/>
      </p:nvGrpSpPr>
      <p:grpSpPr>
        <a:xfrm>
          <a:off x="0" y="0"/>
          <a:ext cx="0" cy="0"/>
          <a:chOff x="0" y="0"/>
          <a:chExt cx="0" cy="0"/>
        </a:xfrm>
      </p:grpSpPr>
      <p:sp>
        <p:nvSpPr>
          <p:cNvPr id="163" name="Google Shape;163;p40"/>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4" name="Google Shape;164;p40"/>
          <p:cNvSpPr txBox="1">
            <a:spLocks noGrp="1"/>
          </p:cNvSpPr>
          <p:nvPr>
            <p:ph type="body" idx="1"/>
          </p:nvPr>
        </p:nvSpPr>
        <p:spPr>
          <a:xfrm>
            <a:off x="264944" y="2253728"/>
            <a:ext cx="3399901" cy="6681001"/>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Clr>
                <a:srgbClr val="525C65"/>
              </a:buClr>
              <a:buSzPts val="1400"/>
              <a:buFont typeface="Helvetica Neue"/>
              <a:buChar char="●"/>
              <a:defRPr sz="1400">
                <a:solidFill>
                  <a:srgbClr val="525C65"/>
                </a:solidFill>
              </a:defRPr>
            </a:lvl1pPr>
            <a:lvl2pPr marL="914400" lvl="1" indent="-317500" algn="l">
              <a:lnSpc>
                <a:spcPct val="115000"/>
              </a:lnSpc>
              <a:spcBef>
                <a:spcPts val="0"/>
              </a:spcBef>
              <a:spcAft>
                <a:spcPts val="0"/>
              </a:spcAft>
              <a:buClr>
                <a:srgbClr val="525C65"/>
              </a:buClr>
              <a:buSzPts val="1400"/>
              <a:buFont typeface="Helvetica Neue"/>
              <a:buChar char="○"/>
              <a:defRPr sz="1400">
                <a:solidFill>
                  <a:srgbClr val="525C65"/>
                </a:solidFill>
              </a:defRPr>
            </a:lvl2pPr>
            <a:lvl3pPr marL="1371600" lvl="2" indent="-317500" algn="l">
              <a:lnSpc>
                <a:spcPct val="115000"/>
              </a:lnSpc>
              <a:spcBef>
                <a:spcPts val="0"/>
              </a:spcBef>
              <a:spcAft>
                <a:spcPts val="0"/>
              </a:spcAft>
              <a:buClr>
                <a:srgbClr val="525C65"/>
              </a:buClr>
              <a:buSzPts val="1400"/>
              <a:buFont typeface="Helvetica Neue"/>
              <a:buChar char="■"/>
              <a:defRPr sz="1400">
                <a:solidFill>
                  <a:srgbClr val="525C65"/>
                </a:solidFill>
              </a:defRPr>
            </a:lvl3pPr>
            <a:lvl4pPr marL="1828800" lvl="3" indent="-317500" algn="l">
              <a:lnSpc>
                <a:spcPct val="115000"/>
              </a:lnSpc>
              <a:spcBef>
                <a:spcPts val="0"/>
              </a:spcBef>
              <a:spcAft>
                <a:spcPts val="0"/>
              </a:spcAft>
              <a:buClr>
                <a:srgbClr val="525C65"/>
              </a:buClr>
              <a:buSzPts val="1400"/>
              <a:buFont typeface="Helvetica Neue"/>
              <a:buChar char="●"/>
              <a:defRPr sz="1400">
                <a:solidFill>
                  <a:srgbClr val="525C65"/>
                </a:solidFill>
              </a:defRPr>
            </a:lvl4pPr>
            <a:lvl5pPr marL="2286000" lvl="4" indent="-317500" algn="l">
              <a:lnSpc>
                <a:spcPct val="115000"/>
              </a:lnSpc>
              <a:spcBef>
                <a:spcPts val="0"/>
              </a:spcBef>
              <a:spcAft>
                <a:spcPts val="0"/>
              </a:spcAft>
              <a:buClr>
                <a:srgbClr val="525C65"/>
              </a:buClr>
              <a:buSzPts val="1400"/>
              <a:buFont typeface="Helvetica Neue"/>
              <a:buChar char="○"/>
              <a:defRPr sz="14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65" name="Google Shape;165;p40"/>
          <p:cNvSpPr txBox="1">
            <a:spLocks noGrp="1"/>
          </p:cNvSpPr>
          <p:nvPr>
            <p:ph type="body" idx="2"/>
          </p:nvPr>
        </p:nvSpPr>
        <p:spPr>
          <a:xfrm>
            <a:off x="4107539" y="2253728"/>
            <a:ext cx="3399901" cy="66810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pic>
        <p:nvPicPr>
          <p:cNvPr id="166" name="Google Shape;166;p40" descr="Google Shape;154;p43"/>
          <p:cNvPicPr preferRelativeResize="0"/>
          <p:nvPr/>
        </p:nvPicPr>
        <p:blipFill rotWithShape="1">
          <a:blip r:embed="rId2">
            <a:alphaModFix/>
          </a:blip>
          <a:srcRect/>
          <a:stretch/>
        </p:blipFill>
        <p:spPr>
          <a:xfrm>
            <a:off x="338800" y="251395"/>
            <a:ext cx="1250251" cy="618877"/>
          </a:xfrm>
          <a:prstGeom prst="rect">
            <a:avLst/>
          </a:prstGeom>
          <a:noFill/>
          <a:ln>
            <a:noFill/>
          </a:ln>
        </p:spPr>
      </p:pic>
      <p:sp>
        <p:nvSpPr>
          <p:cNvPr id="167" name="Google Shape;167;p40"/>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_ONLY">
  <p:cSld name="TITLE_ONLY 4">
    <p:spTree>
      <p:nvGrpSpPr>
        <p:cNvPr id="1" name="Shape 168"/>
        <p:cNvGrpSpPr/>
        <p:nvPr/>
      </p:nvGrpSpPr>
      <p:grpSpPr>
        <a:xfrm>
          <a:off x="0" y="0"/>
          <a:ext cx="0" cy="0"/>
          <a:chOff x="0" y="0"/>
          <a:chExt cx="0" cy="0"/>
        </a:xfrm>
      </p:grpSpPr>
      <p:sp>
        <p:nvSpPr>
          <p:cNvPr id="169" name="Google Shape;169;p41"/>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Open Sans"/>
              <a:buNone/>
              <a:defRPr sz="3000">
                <a:solidFill>
                  <a:srgbClr val="2E3D49"/>
                </a:solidFil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pic>
        <p:nvPicPr>
          <p:cNvPr id="170" name="Google Shape;170;p41" descr="Google Shape;158;p44"/>
          <p:cNvPicPr preferRelativeResize="0"/>
          <p:nvPr/>
        </p:nvPicPr>
        <p:blipFill rotWithShape="1">
          <a:blip r:embed="rId2">
            <a:alphaModFix/>
          </a:blip>
          <a:srcRect/>
          <a:stretch/>
        </p:blipFill>
        <p:spPr>
          <a:xfrm>
            <a:off x="338800" y="251395"/>
            <a:ext cx="1250251" cy="618877"/>
          </a:xfrm>
          <a:prstGeom prst="rect">
            <a:avLst/>
          </a:prstGeom>
          <a:noFill/>
          <a:ln>
            <a:noFill/>
          </a:ln>
        </p:spPr>
      </p:pic>
      <p:sp>
        <p:nvSpPr>
          <p:cNvPr id="171" name="Google Shape;171;p41"/>
          <p:cNvSpPr txBox="1">
            <a:spLocks noGrp="1"/>
          </p:cNvSpPr>
          <p:nvPr>
            <p:ph type="sldNum" idx="12"/>
          </p:nvPr>
        </p:nvSpPr>
        <p:spPr>
          <a:xfrm>
            <a:off x="7361076" y="9514307"/>
            <a:ext cx="336814" cy="318396"/>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_ONLY_1">
  <p:cSld name="TITLE_ONLY_1">
    <p:spTree>
      <p:nvGrpSpPr>
        <p:cNvPr id="1" name="Shape 172"/>
        <p:cNvGrpSpPr/>
        <p:nvPr/>
      </p:nvGrpSpPr>
      <p:grpSpPr>
        <a:xfrm>
          <a:off x="0" y="0"/>
          <a:ext cx="0" cy="0"/>
          <a:chOff x="0" y="0"/>
          <a:chExt cx="0" cy="0"/>
        </a:xfrm>
      </p:grpSpPr>
      <p:sp>
        <p:nvSpPr>
          <p:cNvPr id="173" name="Google Shape;173;p42"/>
          <p:cNvSpPr txBox="1">
            <a:spLocks noGrp="1"/>
          </p:cNvSpPr>
          <p:nvPr>
            <p:ph type="title"/>
          </p:nvPr>
        </p:nvSpPr>
        <p:spPr>
          <a:xfrm>
            <a:off x="264944" y="870271"/>
            <a:ext cx="7242601" cy="1119900"/>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3000"/>
              <a:buFont typeface="Arial"/>
              <a:buNone/>
              <a:defRPr sz="3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74" name="Google Shape;174;p42"/>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_COLUMN_TEXT">
  <p:cSld name="ONE_COLUMN_TEXT 4">
    <p:spTree>
      <p:nvGrpSpPr>
        <p:cNvPr id="1" name="Shape 175"/>
        <p:cNvGrpSpPr/>
        <p:nvPr/>
      </p:nvGrpSpPr>
      <p:grpSpPr>
        <a:xfrm>
          <a:off x="0" y="0"/>
          <a:ext cx="0" cy="0"/>
          <a:chOff x="0" y="0"/>
          <a:chExt cx="0" cy="0"/>
        </a:xfrm>
      </p:grpSpPr>
      <p:sp>
        <p:nvSpPr>
          <p:cNvPr id="176" name="Google Shape;176;p43"/>
          <p:cNvSpPr txBox="1">
            <a:spLocks noGrp="1"/>
          </p:cNvSpPr>
          <p:nvPr>
            <p:ph type="title"/>
          </p:nvPr>
        </p:nvSpPr>
        <p:spPr>
          <a:xfrm>
            <a:off x="264944" y="1086507"/>
            <a:ext cx="2386802" cy="1477801"/>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2E3D49"/>
              </a:buClr>
              <a:buSzPts val="2400"/>
              <a:buFont typeface="Arial"/>
              <a:buNone/>
              <a:defRPr sz="24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77" name="Google Shape;177;p43"/>
          <p:cNvSpPr txBox="1">
            <a:spLocks noGrp="1"/>
          </p:cNvSpPr>
          <p:nvPr>
            <p:ph type="body" idx="1"/>
          </p:nvPr>
        </p:nvSpPr>
        <p:spPr>
          <a:xfrm>
            <a:off x="264944" y="2717439"/>
            <a:ext cx="2386802" cy="62175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Clr>
                <a:srgbClr val="525C65"/>
              </a:buClr>
              <a:buSzPts val="1200"/>
              <a:buFont typeface="Helvetica Neue"/>
              <a:buChar char="●"/>
              <a:defRPr sz="1200">
                <a:solidFill>
                  <a:srgbClr val="525C65"/>
                </a:solidFill>
              </a:defRPr>
            </a:lvl1pPr>
            <a:lvl2pPr marL="914400" lvl="1" indent="-304800" algn="l">
              <a:lnSpc>
                <a:spcPct val="115000"/>
              </a:lnSpc>
              <a:spcBef>
                <a:spcPts val="0"/>
              </a:spcBef>
              <a:spcAft>
                <a:spcPts val="0"/>
              </a:spcAft>
              <a:buClr>
                <a:srgbClr val="525C65"/>
              </a:buClr>
              <a:buSzPts val="1200"/>
              <a:buFont typeface="Helvetica Neue"/>
              <a:buChar char="○"/>
              <a:defRPr sz="1200">
                <a:solidFill>
                  <a:srgbClr val="525C65"/>
                </a:solidFill>
              </a:defRPr>
            </a:lvl2pPr>
            <a:lvl3pPr marL="1371600" lvl="2" indent="-304800" algn="l">
              <a:lnSpc>
                <a:spcPct val="115000"/>
              </a:lnSpc>
              <a:spcBef>
                <a:spcPts val="0"/>
              </a:spcBef>
              <a:spcAft>
                <a:spcPts val="0"/>
              </a:spcAft>
              <a:buClr>
                <a:srgbClr val="525C65"/>
              </a:buClr>
              <a:buSzPts val="1200"/>
              <a:buFont typeface="Helvetica Neue"/>
              <a:buChar char="■"/>
              <a:defRPr sz="1200">
                <a:solidFill>
                  <a:srgbClr val="525C65"/>
                </a:solidFill>
              </a:defRPr>
            </a:lvl3pPr>
            <a:lvl4pPr marL="1828800" lvl="3" indent="-304800" algn="l">
              <a:lnSpc>
                <a:spcPct val="115000"/>
              </a:lnSpc>
              <a:spcBef>
                <a:spcPts val="0"/>
              </a:spcBef>
              <a:spcAft>
                <a:spcPts val="0"/>
              </a:spcAft>
              <a:buClr>
                <a:srgbClr val="525C65"/>
              </a:buClr>
              <a:buSzPts val="1200"/>
              <a:buFont typeface="Helvetica Neue"/>
              <a:buChar char="●"/>
              <a:defRPr sz="1200">
                <a:solidFill>
                  <a:srgbClr val="525C65"/>
                </a:solidFill>
              </a:defRPr>
            </a:lvl4pPr>
            <a:lvl5pPr marL="2286000" lvl="4" indent="-304800" algn="l">
              <a:lnSpc>
                <a:spcPct val="115000"/>
              </a:lnSpc>
              <a:spcBef>
                <a:spcPts val="0"/>
              </a:spcBef>
              <a:spcAft>
                <a:spcPts val="0"/>
              </a:spcAft>
              <a:buClr>
                <a:srgbClr val="525C65"/>
              </a:buClr>
              <a:buSzPts val="1200"/>
              <a:buFont typeface="Helvetica Neue"/>
              <a:buChar char="○"/>
              <a:defRPr sz="12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78" name="Google Shape;178;p43"/>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_POINT">
  <p:cSld name="MAIN_POINT 4">
    <p:spTree>
      <p:nvGrpSpPr>
        <p:cNvPr id="1" name="Shape 179"/>
        <p:cNvGrpSpPr/>
        <p:nvPr/>
      </p:nvGrpSpPr>
      <p:grpSpPr>
        <a:xfrm>
          <a:off x="0" y="0"/>
          <a:ext cx="0" cy="0"/>
          <a:chOff x="0" y="0"/>
          <a:chExt cx="0" cy="0"/>
        </a:xfrm>
      </p:grpSpPr>
      <p:sp>
        <p:nvSpPr>
          <p:cNvPr id="180" name="Google Shape;180;p44"/>
          <p:cNvSpPr txBox="1">
            <a:spLocks noGrp="1"/>
          </p:cNvSpPr>
          <p:nvPr>
            <p:ph type="title"/>
          </p:nvPr>
        </p:nvSpPr>
        <p:spPr>
          <a:xfrm>
            <a:off x="416712" y="880292"/>
            <a:ext cx="5412601" cy="7999802"/>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2E3D49"/>
              </a:buClr>
              <a:buSzPts val="4800"/>
              <a:buFont typeface="Arial"/>
              <a:buNone/>
              <a:defRPr sz="48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81" name="Google Shape;181;p44"/>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4">
    <p:spTree>
      <p:nvGrpSpPr>
        <p:cNvPr id="1" name="Shape 182"/>
        <p:cNvGrpSpPr/>
        <p:nvPr/>
      </p:nvGrpSpPr>
      <p:grpSpPr>
        <a:xfrm>
          <a:off x="0" y="0"/>
          <a:ext cx="0" cy="0"/>
          <a:chOff x="0" y="0"/>
          <a:chExt cx="0" cy="0"/>
        </a:xfrm>
      </p:grpSpPr>
      <p:sp>
        <p:nvSpPr>
          <p:cNvPr id="183" name="Google Shape;183;p45"/>
          <p:cNvSpPr/>
          <p:nvPr/>
        </p:nvSpPr>
        <p:spPr>
          <a:xfrm>
            <a:off x="3886200" y="-244"/>
            <a:ext cx="3886200" cy="10058401"/>
          </a:xfrm>
          <a:prstGeom prst="rect">
            <a:avLst/>
          </a:prstGeom>
          <a:solidFill>
            <a:srgbClr val="EEEEEE"/>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45"/>
          <p:cNvSpPr txBox="1">
            <a:spLocks noGrp="1"/>
          </p:cNvSpPr>
          <p:nvPr>
            <p:ph type="title"/>
          </p:nvPr>
        </p:nvSpPr>
        <p:spPr>
          <a:xfrm>
            <a:off x="225675" y="2411541"/>
            <a:ext cx="3438300" cy="2898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4200"/>
              <a:buFont typeface="Arial"/>
              <a:buNone/>
              <a:defRPr sz="42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85" name="Google Shape;185;p45"/>
          <p:cNvSpPr txBox="1">
            <a:spLocks noGrp="1"/>
          </p:cNvSpPr>
          <p:nvPr>
            <p:ph type="body" idx="1"/>
          </p:nvPr>
        </p:nvSpPr>
        <p:spPr>
          <a:xfrm>
            <a:off x="225675" y="5481568"/>
            <a:ext cx="3438300" cy="24153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25C65"/>
              </a:buClr>
              <a:buSzPts val="2100"/>
              <a:buFont typeface="Open Sans"/>
              <a:buNone/>
              <a:defRPr sz="2100">
                <a:solidFill>
                  <a:srgbClr val="525C65"/>
                </a:solidFill>
              </a:defRPr>
            </a:lvl1pPr>
            <a:lvl2pPr marL="914400" lvl="1" indent="-228600" algn="ctr">
              <a:lnSpc>
                <a:spcPct val="100000"/>
              </a:lnSpc>
              <a:spcBef>
                <a:spcPts val="0"/>
              </a:spcBef>
              <a:spcAft>
                <a:spcPts val="0"/>
              </a:spcAft>
              <a:buClr>
                <a:srgbClr val="525C65"/>
              </a:buClr>
              <a:buSzPts val="2100"/>
              <a:buFont typeface="Open Sans"/>
              <a:buNone/>
              <a:defRPr sz="2100">
                <a:solidFill>
                  <a:srgbClr val="525C65"/>
                </a:solidFill>
              </a:defRPr>
            </a:lvl2pPr>
            <a:lvl3pPr marL="1371600" lvl="2" indent="-228600" algn="ctr">
              <a:lnSpc>
                <a:spcPct val="100000"/>
              </a:lnSpc>
              <a:spcBef>
                <a:spcPts val="0"/>
              </a:spcBef>
              <a:spcAft>
                <a:spcPts val="0"/>
              </a:spcAft>
              <a:buClr>
                <a:srgbClr val="525C65"/>
              </a:buClr>
              <a:buSzPts val="2100"/>
              <a:buFont typeface="Open Sans"/>
              <a:buNone/>
              <a:defRPr sz="2100">
                <a:solidFill>
                  <a:srgbClr val="525C65"/>
                </a:solidFill>
              </a:defRPr>
            </a:lvl3pPr>
            <a:lvl4pPr marL="1828800" lvl="3" indent="-228600" algn="ctr">
              <a:lnSpc>
                <a:spcPct val="100000"/>
              </a:lnSpc>
              <a:spcBef>
                <a:spcPts val="0"/>
              </a:spcBef>
              <a:spcAft>
                <a:spcPts val="0"/>
              </a:spcAft>
              <a:buClr>
                <a:srgbClr val="525C65"/>
              </a:buClr>
              <a:buSzPts val="2100"/>
              <a:buFont typeface="Open Sans"/>
              <a:buNone/>
              <a:defRPr sz="2100">
                <a:solidFill>
                  <a:srgbClr val="525C65"/>
                </a:solidFill>
              </a:defRPr>
            </a:lvl4pPr>
            <a:lvl5pPr marL="2286000" lvl="4" indent="-228600" algn="ctr">
              <a:lnSpc>
                <a:spcPct val="100000"/>
              </a:lnSpc>
              <a:spcBef>
                <a:spcPts val="0"/>
              </a:spcBef>
              <a:spcAft>
                <a:spcPts val="0"/>
              </a:spcAft>
              <a:buClr>
                <a:srgbClr val="525C65"/>
              </a:buClr>
              <a:buSzPts val="2100"/>
              <a:buFont typeface="Open Sans"/>
              <a:buNone/>
              <a:defRPr sz="21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86" name="Google Shape;186;p45"/>
          <p:cNvSpPr txBox="1">
            <a:spLocks noGrp="1"/>
          </p:cNvSpPr>
          <p:nvPr>
            <p:ph type="body" idx="2"/>
          </p:nvPr>
        </p:nvSpPr>
        <p:spPr>
          <a:xfrm>
            <a:off x="4198575" y="1415968"/>
            <a:ext cx="3261301" cy="7226102"/>
          </a:xfrm>
          <a:prstGeom prst="rect">
            <a:avLst/>
          </a:prstGeom>
          <a:noFill/>
          <a:ln>
            <a:noFill/>
          </a:ln>
        </p:spPr>
        <p:txBody>
          <a:bodyPr spcFirstLastPara="1" wrap="square" lIns="91400" tIns="91400" rIns="91400" bIns="91400" anchor="ctr" anchorCtr="0">
            <a:normAutofit/>
          </a:bodyPr>
          <a:lstStyle>
            <a:lvl1pPr marL="457200" lvl="0" indent="-228600" algn="ctr">
              <a:lnSpc>
                <a:spcPct val="100000"/>
              </a:lnSpc>
              <a:spcBef>
                <a:spcPts val="0"/>
              </a:spcBef>
              <a:spcAft>
                <a:spcPts val="0"/>
              </a:spcAft>
              <a:buClr>
                <a:srgbClr val="585858"/>
              </a:buClr>
              <a:buSzPts val="1800"/>
              <a:buNone/>
              <a:defRPr/>
            </a:lvl1pPr>
            <a:lvl2pPr marL="914400" lvl="1" indent="-228600" algn="ctr">
              <a:lnSpc>
                <a:spcPct val="100000"/>
              </a:lnSpc>
              <a:spcBef>
                <a:spcPts val="0"/>
              </a:spcBef>
              <a:spcAft>
                <a:spcPts val="0"/>
              </a:spcAft>
              <a:buClr>
                <a:srgbClr val="585858"/>
              </a:buClr>
              <a:buSzPts val="1800"/>
              <a:buNone/>
              <a:defRPr/>
            </a:lvl2pPr>
            <a:lvl3pPr marL="1371600" lvl="2" indent="-228600" algn="ctr">
              <a:lnSpc>
                <a:spcPct val="100000"/>
              </a:lnSpc>
              <a:spcBef>
                <a:spcPts val="0"/>
              </a:spcBef>
              <a:spcAft>
                <a:spcPts val="0"/>
              </a:spcAft>
              <a:buClr>
                <a:srgbClr val="585858"/>
              </a:buClr>
              <a:buSzPts val="1800"/>
              <a:buNone/>
              <a:defRPr/>
            </a:lvl3pPr>
            <a:lvl4pPr marL="1828800" lvl="3" indent="-228600" algn="ctr">
              <a:lnSpc>
                <a:spcPct val="100000"/>
              </a:lnSpc>
              <a:spcBef>
                <a:spcPts val="0"/>
              </a:spcBef>
              <a:spcAft>
                <a:spcPts val="0"/>
              </a:spcAft>
              <a:buClr>
                <a:srgbClr val="585858"/>
              </a:buClr>
              <a:buSzPts val="1800"/>
              <a:buNone/>
              <a:defRPr/>
            </a:lvl4pPr>
            <a:lvl5pPr marL="2286000" lvl="4" indent="-228600" algn="ctr">
              <a:lnSpc>
                <a:spcPct val="100000"/>
              </a:lnSpc>
              <a:spcBef>
                <a:spcPts val="0"/>
              </a:spcBef>
              <a:spcAft>
                <a:spcPts val="0"/>
              </a:spcAft>
              <a:buClr>
                <a:srgbClr val="585858"/>
              </a:buClr>
              <a:buSzPts val="1800"/>
              <a:buNone/>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87" name="Google Shape;187;p45"/>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_ONLY">
  <p:cSld name="CAPTION_ONLY 4">
    <p:spTree>
      <p:nvGrpSpPr>
        <p:cNvPr id="1" name="Shape 188"/>
        <p:cNvGrpSpPr/>
        <p:nvPr/>
      </p:nvGrpSpPr>
      <p:grpSpPr>
        <a:xfrm>
          <a:off x="0" y="0"/>
          <a:ext cx="0" cy="0"/>
          <a:chOff x="0" y="0"/>
          <a:chExt cx="0" cy="0"/>
        </a:xfrm>
      </p:grpSpPr>
      <p:sp>
        <p:nvSpPr>
          <p:cNvPr id="189" name="Google Shape;189;p46"/>
          <p:cNvSpPr txBox="1">
            <a:spLocks noGrp="1"/>
          </p:cNvSpPr>
          <p:nvPr>
            <p:ph type="body" idx="1"/>
          </p:nvPr>
        </p:nvSpPr>
        <p:spPr>
          <a:xfrm>
            <a:off x="264944" y="8273123"/>
            <a:ext cx="5099101" cy="11832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25C65"/>
              </a:buClr>
              <a:buSzPts val="1800"/>
              <a:buFont typeface="Open Sans"/>
              <a:buNone/>
              <a:defRPr sz="1800">
                <a:solidFill>
                  <a:srgbClr val="525C65"/>
                </a:solidFill>
              </a:defRPr>
            </a:lvl1pPr>
            <a:lvl2pPr marL="914400" lvl="1" indent="-228600" algn="ctr">
              <a:lnSpc>
                <a:spcPct val="100000"/>
              </a:lnSpc>
              <a:spcBef>
                <a:spcPts val="0"/>
              </a:spcBef>
              <a:spcAft>
                <a:spcPts val="0"/>
              </a:spcAft>
              <a:buSzPts val="2800"/>
              <a:buNone/>
              <a:defRPr/>
            </a:lvl2pPr>
            <a:lvl3pPr marL="1371600" lvl="2" indent="-228600" algn="ctr">
              <a:lnSpc>
                <a:spcPct val="100000"/>
              </a:lnSpc>
              <a:spcBef>
                <a:spcPts val="0"/>
              </a:spcBef>
              <a:spcAft>
                <a:spcPts val="0"/>
              </a:spcAft>
              <a:buSzPts val="2800"/>
              <a:buNone/>
              <a:defRPr/>
            </a:lvl3pPr>
            <a:lvl4pPr marL="1828800" lvl="3" indent="-228600" algn="ctr">
              <a:lnSpc>
                <a:spcPct val="100000"/>
              </a:lnSpc>
              <a:spcBef>
                <a:spcPts val="0"/>
              </a:spcBef>
              <a:spcAft>
                <a:spcPts val="0"/>
              </a:spcAft>
              <a:buSzPts val="2800"/>
              <a:buNone/>
              <a:defRPr/>
            </a:lvl4pPr>
            <a:lvl5pPr marL="2286000" lvl="4" indent="-228600" algn="ctr">
              <a:lnSpc>
                <a:spcPct val="100000"/>
              </a:lnSpc>
              <a:spcBef>
                <a:spcPts val="0"/>
              </a:spcBef>
              <a:spcAft>
                <a:spcPts val="0"/>
              </a:spcAft>
              <a:buSzPts val="2800"/>
              <a:buNone/>
              <a:defRPr/>
            </a:lvl5pPr>
            <a:lvl6pPr marL="2743200" lvl="5" indent="-228600" algn="ctr">
              <a:lnSpc>
                <a:spcPct val="100000"/>
              </a:lnSpc>
              <a:spcBef>
                <a:spcPts val="0"/>
              </a:spcBef>
              <a:spcAft>
                <a:spcPts val="0"/>
              </a:spcAft>
              <a:buSzPts val="2800"/>
              <a:buNone/>
              <a:defRPr/>
            </a:lvl6pPr>
            <a:lvl7pPr marL="3200400" lvl="6" indent="-228600" algn="ctr">
              <a:lnSpc>
                <a:spcPct val="100000"/>
              </a:lnSpc>
              <a:spcBef>
                <a:spcPts val="0"/>
              </a:spcBef>
              <a:spcAft>
                <a:spcPts val="0"/>
              </a:spcAft>
              <a:buSzPts val="2800"/>
              <a:buNone/>
              <a:defRPr/>
            </a:lvl7pPr>
            <a:lvl8pPr marL="3657600" lvl="7" indent="-228600" algn="ctr">
              <a:lnSpc>
                <a:spcPct val="100000"/>
              </a:lnSpc>
              <a:spcBef>
                <a:spcPts val="0"/>
              </a:spcBef>
              <a:spcAft>
                <a:spcPts val="0"/>
              </a:spcAft>
              <a:buSzPts val="2800"/>
              <a:buNone/>
              <a:defRPr/>
            </a:lvl8pPr>
            <a:lvl9pPr marL="4114800" lvl="8" indent="-228600" algn="ctr">
              <a:lnSpc>
                <a:spcPct val="100000"/>
              </a:lnSpc>
              <a:spcBef>
                <a:spcPts val="0"/>
              </a:spcBef>
              <a:spcAft>
                <a:spcPts val="0"/>
              </a:spcAft>
              <a:buSzPts val="2800"/>
              <a:buNone/>
              <a:defRPr/>
            </a:lvl9pPr>
          </a:lstStyle>
          <a:p>
            <a:endParaRPr/>
          </a:p>
        </p:txBody>
      </p:sp>
      <p:sp>
        <p:nvSpPr>
          <p:cNvPr id="190" name="Google Shape;190;p46"/>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_NUMBER">
  <p:cSld name="BIG_NUMBER 4">
    <p:spTree>
      <p:nvGrpSpPr>
        <p:cNvPr id="1" name="Shape 191"/>
        <p:cNvGrpSpPr/>
        <p:nvPr/>
      </p:nvGrpSpPr>
      <p:grpSpPr>
        <a:xfrm>
          <a:off x="0" y="0"/>
          <a:ext cx="0" cy="0"/>
          <a:chOff x="0" y="0"/>
          <a:chExt cx="0" cy="0"/>
        </a:xfrm>
      </p:grpSpPr>
      <p:sp>
        <p:nvSpPr>
          <p:cNvPr id="192" name="Google Shape;192;p47"/>
          <p:cNvSpPr txBox="1">
            <a:spLocks noGrp="1"/>
          </p:cNvSpPr>
          <p:nvPr>
            <p:ph type="title"/>
          </p:nvPr>
        </p:nvSpPr>
        <p:spPr>
          <a:xfrm>
            <a:off x="264944" y="2163089"/>
            <a:ext cx="7242601" cy="38397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2E3D49"/>
              </a:buClr>
              <a:buSzPts val="12000"/>
              <a:buFont typeface="Arial"/>
              <a:buNone/>
              <a:defRPr sz="12000">
                <a:solidFill>
                  <a:srgbClr val="2E3D49"/>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93" name="Google Shape;193;p47"/>
          <p:cNvSpPr txBox="1">
            <a:spLocks noGrp="1"/>
          </p:cNvSpPr>
          <p:nvPr>
            <p:ph type="body" idx="1"/>
          </p:nvPr>
        </p:nvSpPr>
        <p:spPr>
          <a:xfrm>
            <a:off x="264944" y="6164350"/>
            <a:ext cx="7242601" cy="2543701"/>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Clr>
                <a:srgbClr val="525C65"/>
              </a:buClr>
              <a:buSzPts val="1800"/>
              <a:buFont typeface="Helvetica Neue"/>
              <a:buChar char="●"/>
              <a:defRPr sz="1800">
                <a:solidFill>
                  <a:srgbClr val="525C65"/>
                </a:solidFill>
              </a:defRPr>
            </a:lvl1pPr>
            <a:lvl2pPr marL="914400" lvl="1" indent="-342900" algn="ctr">
              <a:lnSpc>
                <a:spcPct val="115000"/>
              </a:lnSpc>
              <a:spcBef>
                <a:spcPts val="0"/>
              </a:spcBef>
              <a:spcAft>
                <a:spcPts val="0"/>
              </a:spcAft>
              <a:buClr>
                <a:srgbClr val="525C65"/>
              </a:buClr>
              <a:buSzPts val="1800"/>
              <a:buFont typeface="Helvetica Neue"/>
              <a:buChar char="○"/>
              <a:defRPr sz="1800">
                <a:solidFill>
                  <a:srgbClr val="525C65"/>
                </a:solidFill>
              </a:defRPr>
            </a:lvl2pPr>
            <a:lvl3pPr marL="1371600" lvl="2" indent="-342900" algn="ctr">
              <a:lnSpc>
                <a:spcPct val="115000"/>
              </a:lnSpc>
              <a:spcBef>
                <a:spcPts val="0"/>
              </a:spcBef>
              <a:spcAft>
                <a:spcPts val="0"/>
              </a:spcAft>
              <a:buClr>
                <a:srgbClr val="525C65"/>
              </a:buClr>
              <a:buSzPts val="1800"/>
              <a:buFont typeface="Helvetica Neue"/>
              <a:buChar char="■"/>
              <a:defRPr sz="1800">
                <a:solidFill>
                  <a:srgbClr val="525C65"/>
                </a:solidFill>
              </a:defRPr>
            </a:lvl3pPr>
            <a:lvl4pPr marL="1828800" lvl="3" indent="-342900" algn="ctr">
              <a:lnSpc>
                <a:spcPct val="115000"/>
              </a:lnSpc>
              <a:spcBef>
                <a:spcPts val="0"/>
              </a:spcBef>
              <a:spcAft>
                <a:spcPts val="0"/>
              </a:spcAft>
              <a:buClr>
                <a:srgbClr val="525C65"/>
              </a:buClr>
              <a:buSzPts val="1800"/>
              <a:buFont typeface="Helvetica Neue"/>
              <a:buChar char="●"/>
              <a:defRPr sz="1800">
                <a:solidFill>
                  <a:srgbClr val="525C65"/>
                </a:solidFill>
              </a:defRPr>
            </a:lvl4pPr>
            <a:lvl5pPr marL="2286000" lvl="4" indent="-342900" algn="ctr">
              <a:lnSpc>
                <a:spcPct val="115000"/>
              </a:lnSpc>
              <a:spcBef>
                <a:spcPts val="0"/>
              </a:spcBef>
              <a:spcAft>
                <a:spcPts val="0"/>
              </a:spcAft>
              <a:buClr>
                <a:srgbClr val="525C65"/>
              </a:buClr>
              <a:buSzPts val="1800"/>
              <a:buFont typeface="Helvetica Neue"/>
              <a:buChar char="○"/>
              <a:defRPr sz="1800">
                <a:solidFill>
                  <a:srgbClr val="525C65"/>
                </a:solidFill>
              </a:defRPr>
            </a:lvl5pPr>
            <a:lvl6pPr marL="2743200" lvl="5" indent="-228600" algn="ctr">
              <a:lnSpc>
                <a:spcPct val="100000"/>
              </a:lnSpc>
              <a:spcBef>
                <a:spcPts val="0"/>
              </a:spcBef>
              <a:spcAft>
                <a:spcPts val="0"/>
              </a:spcAft>
              <a:buClr>
                <a:srgbClr val="585858"/>
              </a:buClr>
              <a:buSzPts val="1800"/>
              <a:buNone/>
              <a:defRPr/>
            </a:lvl6pPr>
            <a:lvl7pPr marL="3200400" lvl="6" indent="-228600" algn="ctr">
              <a:lnSpc>
                <a:spcPct val="100000"/>
              </a:lnSpc>
              <a:spcBef>
                <a:spcPts val="0"/>
              </a:spcBef>
              <a:spcAft>
                <a:spcPts val="0"/>
              </a:spcAft>
              <a:buClr>
                <a:srgbClr val="585858"/>
              </a:buClr>
              <a:buSzPts val="1800"/>
              <a:buNone/>
              <a:defRPr/>
            </a:lvl7pPr>
            <a:lvl8pPr marL="3657600" lvl="7" indent="-228600" algn="ctr">
              <a:lnSpc>
                <a:spcPct val="100000"/>
              </a:lnSpc>
              <a:spcBef>
                <a:spcPts val="0"/>
              </a:spcBef>
              <a:spcAft>
                <a:spcPts val="0"/>
              </a:spcAft>
              <a:buClr>
                <a:srgbClr val="585858"/>
              </a:buClr>
              <a:buSzPts val="1800"/>
              <a:buNone/>
              <a:defRPr/>
            </a:lvl8pPr>
            <a:lvl9pPr marL="4114800" lvl="8" indent="-228600" algn="ctr">
              <a:lnSpc>
                <a:spcPct val="100000"/>
              </a:lnSpc>
              <a:spcBef>
                <a:spcPts val="0"/>
              </a:spcBef>
              <a:spcAft>
                <a:spcPts val="0"/>
              </a:spcAft>
              <a:buClr>
                <a:srgbClr val="585858"/>
              </a:buClr>
              <a:buSzPts val="1800"/>
              <a:buNone/>
              <a:defRPr/>
            </a:lvl9pPr>
          </a:lstStyle>
          <a:p>
            <a:endParaRPr/>
          </a:p>
        </p:txBody>
      </p:sp>
      <p:sp>
        <p:nvSpPr>
          <p:cNvPr id="194" name="Google Shape;194;p47"/>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p:cSld name="BLANK 4">
    <p:spTree>
      <p:nvGrpSpPr>
        <p:cNvPr id="1" name="Shape 195"/>
        <p:cNvGrpSpPr/>
        <p:nvPr/>
      </p:nvGrpSpPr>
      <p:grpSpPr>
        <a:xfrm>
          <a:off x="0" y="0"/>
          <a:ext cx="0" cy="0"/>
          <a:chOff x="0" y="0"/>
          <a:chExt cx="0" cy="0"/>
        </a:xfrm>
      </p:grpSpPr>
      <p:sp>
        <p:nvSpPr>
          <p:cNvPr id="196" name="Google Shape;196;p48"/>
          <p:cNvSpPr txBox="1">
            <a:spLocks noGrp="1"/>
          </p:cNvSpPr>
          <p:nvPr>
            <p:ph type="sldNum" idx="12"/>
          </p:nvPr>
        </p:nvSpPr>
        <p:spPr>
          <a:xfrm>
            <a:off x="7331276" y="9344881"/>
            <a:ext cx="336814" cy="318397"/>
          </a:xfrm>
          <a:prstGeom prst="rect">
            <a:avLst/>
          </a:prstGeom>
          <a:noFill/>
          <a:ln>
            <a:noFill/>
          </a:ln>
        </p:spPr>
        <p:txBody>
          <a:bodyPr spcFirstLastPara="1" wrap="square" lIns="91400" tIns="91400" rIns="91400" bIns="91400" anchor="ctr" anchorCtr="0">
            <a:sp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2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p:nvPr/>
        </p:nvSpPr>
        <p:spPr>
          <a:xfrm>
            <a:off x="-11" y="964430"/>
            <a:ext cx="32400" cy="931501"/>
          </a:xfrm>
          <a:prstGeom prst="rect">
            <a:avLst/>
          </a:prstGeom>
          <a:solidFill>
            <a:srgbClr val="15C26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7" name="Google Shape;7;p1"/>
          <p:cNvSpPr txBox="1">
            <a:spLocks noGrp="1"/>
          </p:cNvSpPr>
          <p:nvPr>
            <p:ph type="title"/>
          </p:nvPr>
        </p:nvSpPr>
        <p:spPr>
          <a:xfrm>
            <a:off x="264951" y="1456058"/>
            <a:ext cx="7242601" cy="4014000"/>
          </a:xfrm>
          <a:prstGeom prst="rect">
            <a:avLst/>
          </a:prstGeom>
          <a:noFill/>
          <a:ln>
            <a:noFill/>
          </a:ln>
        </p:spPr>
        <p:txBody>
          <a:bodyPr spcFirstLastPara="1" wrap="square" lIns="91400" tIns="91400" rIns="91400" bIns="91400" anchor="b" anchorCtr="0">
            <a:normAutofit/>
          </a:bodyPr>
          <a:lstStyle>
            <a:lvl1pPr marR="0" lvl="0"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1pPr>
            <a:lvl2pPr marR="0" lvl="1"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2pPr>
            <a:lvl3pPr marR="0" lvl="2"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3pPr>
            <a:lvl4pPr marR="0" lvl="3"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4pPr>
            <a:lvl5pPr marR="0" lvl="4"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5pPr>
            <a:lvl6pPr marR="0" lvl="5"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6pPr>
            <a:lvl7pPr marR="0" lvl="6"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7pPr>
            <a:lvl8pPr marR="0" lvl="7"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8pPr>
            <a:lvl9pPr marR="0" lvl="8" algn="ctr" rtl="0">
              <a:lnSpc>
                <a:spcPct val="100000"/>
              </a:lnSpc>
              <a:spcBef>
                <a:spcPts val="0"/>
              </a:spcBef>
              <a:spcAft>
                <a:spcPts val="0"/>
              </a:spcAft>
              <a:buClr>
                <a:srgbClr val="000000"/>
              </a:buClr>
              <a:buSzPts val="5200"/>
              <a:buFont typeface="Open Sans"/>
              <a:buNone/>
              <a:defRPr sz="5200" b="0" i="0" u="none" strike="noStrike" cap="none">
                <a:solidFill>
                  <a:srgbClr val="000000"/>
                </a:solidFill>
                <a:latin typeface="Open Sans"/>
                <a:ea typeface="Open Sans"/>
                <a:cs typeface="Open Sans"/>
                <a:sym typeface="Open Sans"/>
              </a:defRPr>
            </a:lvl9pPr>
          </a:lstStyle>
          <a:p>
            <a:endParaRPr/>
          </a:p>
        </p:txBody>
      </p:sp>
      <p:sp>
        <p:nvSpPr>
          <p:cNvPr id="8" name="Google Shape;8;p1"/>
          <p:cNvSpPr txBox="1">
            <a:spLocks noGrp="1"/>
          </p:cNvSpPr>
          <p:nvPr>
            <p:ph type="body" idx="1"/>
          </p:nvPr>
        </p:nvSpPr>
        <p:spPr>
          <a:xfrm>
            <a:off x="264944" y="5542288"/>
            <a:ext cx="7242601" cy="1550101"/>
          </a:xfrm>
          <a:prstGeom prst="rect">
            <a:avLst/>
          </a:prstGeom>
          <a:noFill/>
          <a:ln>
            <a:noFill/>
          </a:ln>
        </p:spPr>
        <p:txBody>
          <a:bodyPr spcFirstLastPara="1" wrap="square" lIns="91400" tIns="91400" rIns="91400" bIns="91400" anchor="t" anchorCtr="0">
            <a:normAutofit/>
          </a:bodyPr>
          <a:lstStyle>
            <a:lvl1pPr marL="457200" marR="0" lvl="0"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1pPr>
            <a:lvl2pPr marL="914400" marR="0" lvl="1"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2pPr>
            <a:lvl3pPr marL="1371600" marR="0" lvl="2"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3pPr>
            <a:lvl4pPr marL="1828800" marR="0" lvl="3"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4pPr>
            <a:lvl5pPr marL="2286000" marR="0" lvl="4"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5pPr>
            <a:lvl6pPr marL="2743200" marR="0" lvl="5"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6pPr>
            <a:lvl7pPr marL="3200400" marR="0" lvl="6"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7pPr>
            <a:lvl8pPr marL="3657600" marR="0" lvl="7"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8pPr>
            <a:lvl9pPr marL="4114800" marR="0" lvl="8" indent="-228600" algn="ctr" rtl="0">
              <a:lnSpc>
                <a:spcPct val="100000"/>
              </a:lnSpc>
              <a:spcBef>
                <a:spcPts val="0"/>
              </a:spcBef>
              <a:spcAft>
                <a:spcPts val="0"/>
              </a:spcAft>
              <a:buClr>
                <a:srgbClr val="585858"/>
              </a:buClr>
              <a:buSzPts val="2800"/>
              <a:buFont typeface="Open Sans"/>
              <a:buNone/>
              <a:defRPr sz="2800" b="0" i="0" u="none" strike="noStrike" cap="none">
                <a:solidFill>
                  <a:srgbClr val="585858"/>
                </a:solidFill>
                <a:latin typeface="Open Sans"/>
                <a:ea typeface="Open Sans"/>
                <a:cs typeface="Open Sans"/>
                <a:sym typeface="Open Sans"/>
              </a:defRPr>
            </a:lvl9pPr>
          </a:lstStyle>
          <a:p>
            <a:endParaRPr/>
          </a:p>
        </p:txBody>
      </p:sp>
      <p:sp>
        <p:nvSpPr>
          <p:cNvPr id="9" name="Google Shape;9;p1"/>
          <p:cNvSpPr txBox="1">
            <a:spLocks noGrp="1"/>
          </p:cNvSpPr>
          <p:nvPr>
            <p:ph type="sldNum" idx="12"/>
          </p:nvPr>
        </p:nvSpPr>
        <p:spPr>
          <a:xfrm>
            <a:off x="3756660" y="9054888"/>
            <a:ext cx="1813561" cy="535517"/>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ieng.org/images/proceedings_pdf/8285E0914047.pd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nvlpubs.nist.gov/nistpubs/legacy/sp/nistspecialpublication800-123.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ec.cloudapps.cisco.com/security/center/resources/next_generation_cryptograph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49" descr="Google Shape;188;p52"/>
          <p:cNvPicPr preferRelativeResize="0"/>
          <p:nvPr/>
        </p:nvPicPr>
        <p:blipFill rotWithShape="1">
          <a:blip r:embed="rId3">
            <a:alphaModFix/>
          </a:blip>
          <a:srcRect/>
          <a:stretch/>
        </p:blipFill>
        <p:spPr>
          <a:xfrm>
            <a:off x="-2" y="1971"/>
            <a:ext cx="7772400" cy="10054475"/>
          </a:xfrm>
          <a:prstGeom prst="rect">
            <a:avLst/>
          </a:prstGeom>
          <a:noFill/>
          <a:ln>
            <a:noFill/>
          </a:ln>
        </p:spPr>
      </p:pic>
      <p:sp>
        <p:nvSpPr>
          <p:cNvPr id="202" name="Google Shape;202;p49"/>
          <p:cNvSpPr/>
          <p:nvPr/>
        </p:nvSpPr>
        <p:spPr>
          <a:xfrm>
            <a:off x="3348690" y="5076711"/>
            <a:ext cx="764101" cy="74401"/>
          </a:xfrm>
          <a:prstGeom prst="rect">
            <a:avLst/>
          </a:prstGeom>
          <a:solidFill>
            <a:srgbClr val="15C26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03" name="Google Shape;203;p49"/>
          <p:cNvSpPr txBox="1"/>
          <p:nvPr/>
        </p:nvSpPr>
        <p:spPr>
          <a:xfrm>
            <a:off x="1047450" y="8292776"/>
            <a:ext cx="5677501" cy="1145751"/>
          </a:xfrm>
          <a:prstGeom prst="rect">
            <a:avLst/>
          </a:prstGeom>
          <a:noFill/>
          <a:ln>
            <a:noFill/>
          </a:ln>
        </p:spPr>
        <p:txBody>
          <a:bodyPr spcFirstLastPara="1" wrap="square" lIns="26775" tIns="26775" rIns="26775" bIns="26775" anchor="t" anchorCtr="0">
            <a:spAutoFit/>
          </a:bodyPr>
          <a:lstStyle/>
          <a:p>
            <a:pPr marL="0" marR="0" lvl="0" indent="0" algn="ctr" rtl="0">
              <a:lnSpc>
                <a:spcPct val="100000"/>
              </a:lnSpc>
              <a:spcBef>
                <a:spcPts val="0"/>
              </a:spcBef>
              <a:spcAft>
                <a:spcPts val="0"/>
              </a:spcAft>
              <a:buClr>
                <a:srgbClr val="FFFFFF"/>
              </a:buClr>
              <a:buSzPts val="3600"/>
              <a:buFont typeface="Open Sans Light"/>
              <a:buNone/>
            </a:pPr>
            <a:r>
              <a:rPr lang="en-US" sz="3600" b="0" i="0" u="none" strike="noStrike" cap="none">
                <a:solidFill>
                  <a:srgbClr val="FFFFFF"/>
                </a:solidFill>
                <a:latin typeface="Open Sans Light"/>
                <a:ea typeface="Open Sans Light"/>
                <a:cs typeface="Open Sans Light"/>
                <a:sym typeface="Open Sans Light"/>
              </a:rPr>
              <a:t>Monitoring and Securing the DFI Environment</a:t>
            </a:r>
            <a:endParaRPr sz="1400" b="0" i="0" u="none" strike="noStrike" cap="none">
              <a:solidFill>
                <a:srgbClr val="000000"/>
              </a:solidFill>
              <a:latin typeface="Arial"/>
              <a:ea typeface="Arial"/>
              <a:cs typeface="Arial"/>
              <a:sym typeface="Arial"/>
            </a:endParaRPr>
          </a:p>
        </p:txBody>
      </p:sp>
      <p:sp>
        <p:nvSpPr>
          <p:cNvPr id="204" name="Google Shape;204;p49"/>
          <p:cNvSpPr txBox="1"/>
          <p:nvPr/>
        </p:nvSpPr>
        <p:spPr>
          <a:xfrm>
            <a:off x="0" y="973724"/>
            <a:ext cx="7772400" cy="599651"/>
          </a:xfrm>
          <a:prstGeom prst="rect">
            <a:avLst/>
          </a:prstGeom>
          <a:noFill/>
          <a:ln>
            <a:noFill/>
          </a:ln>
        </p:spPr>
        <p:txBody>
          <a:bodyPr spcFirstLastPara="1" wrap="square" lIns="26775" tIns="26775" rIns="26775" bIns="26775" anchor="ctr" anchorCtr="0">
            <a:spAutoFit/>
          </a:bodyPr>
          <a:lstStyle/>
          <a:p>
            <a:pPr marL="0" marR="0" lvl="0" indent="0" algn="ctr" rtl="0">
              <a:lnSpc>
                <a:spcPct val="100000"/>
              </a:lnSpc>
              <a:spcBef>
                <a:spcPts val="0"/>
              </a:spcBef>
              <a:spcAft>
                <a:spcPts val="0"/>
              </a:spcAft>
              <a:buClr>
                <a:srgbClr val="FFFFFF"/>
              </a:buClr>
              <a:buSzPts val="3600"/>
              <a:buFont typeface="Open Sans Light"/>
              <a:buNone/>
            </a:pPr>
            <a:r>
              <a:rPr lang="en-US" sz="3600" b="0" i="0" u="none" strike="noStrike" cap="none">
                <a:solidFill>
                  <a:srgbClr val="FFFFFF"/>
                </a:solidFill>
                <a:latin typeface="Open Sans Light"/>
                <a:ea typeface="Open Sans Light"/>
                <a:cs typeface="Open Sans Light"/>
                <a:sym typeface="Open Sans Light"/>
              </a:rPr>
              <a:t>Defending and Securing Systems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0"/>
          <p:cNvSpPr txBox="1">
            <a:spLocks noGrp="1"/>
          </p:cNvSpPr>
          <p:nvPr>
            <p:ph type="title"/>
          </p:nvPr>
        </p:nvSpPr>
        <p:spPr>
          <a:xfrm>
            <a:off x="264950" y="870274"/>
            <a:ext cx="7242600" cy="1213200"/>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000000"/>
              </a:buClr>
              <a:buSzPts val="2800"/>
              <a:buFont typeface="Open Sans Light"/>
              <a:buNone/>
            </a:pPr>
            <a:r>
              <a:rPr lang="en-US">
                <a:latin typeface="Open Sans Light"/>
                <a:ea typeface="Open Sans Light"/>
                <a:cs typeface="Open Sans Light"/>
                <a:sym typeface="Open Sans Light"/>
              </a:rPr>
              <a:t>Securing a Computer System</a:t>
            </a:r>
            <a:endParaRPr/>
          </a:p>
        </p:txBody>
      </p:sp>
      <p:sp>
        <p:nvSpPr>
          <p:cNvPr id="210" name="Google Shape;210;p50"/>
          <p:cNvSpPr txBox="1">
            <a:spLocks noGrp="1"/>
          </p:cNvSpPr>
          <p:nvPr>
            <p:ph type="body" idx="1"/>
          </p:nvPr>
        </p:nvSpPr>
        <p:spPr>
          <a:xfrm>
            <a:off x="264950" y="1927650"/>
            <a:ext cx="7242600" cy="7437900"/>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000000"/>
                </a:solidFill>
              </a:rPr>
              <a:t>Scenario:</a:t>
            </a:r>
            <a:endParaRPr/>
          </a:p>
          <a:p>
            <a:pPr marL="0" lvl="0" indent="0" algn="l" rtl="0">
              <a:lnSpc>
                <a:spcPct val="115000"/>
              </a:lnSpc>
              <a:spcBef>
                <a:spcPts val="0"/>
              </a:spcBef>
              <a:spcAft>
                <a:spcPts val="0"/>
              </a:spcAft>
              <a:buSzPts val="2400"/>
              <a:buNone/>
            </a:pPr>
            <a:endParaRPr sz="2400">
              <a:solidFill>
                <a:srgbClr val="000000"/>
              </a:solidFill>
            </a:endParaRPr>
          </a:p>
          <a:p>
            <a:pPr marL="0" lvl="0" indent="0" algn="l" rtl="0">
              <a:lnSpc>
                <a:spcPct val="115000"/>
              </a:lnSpc>
              <a:spcBef>
                <a:spcPts val="0"/>
              </a:spcBef>
              <a:spcAft>
                <a:spcPts val="0"/>
              </a:spcAft>
              <a:buSzPts val="2400"/>
              <a:buNone/>
            </a:pPr>
            <a:r>
              <a:rPr lang="en-US" sz="2400">
                <a:solidFill>
                  <a:srgbClr val="000000"/>
                </a:solidFill>
              </a:rPr>
              <a:t>Douglas Financials Inc (DFI from here forward) has experienced successful growth and as a result is ready to add a Security Analyst position. Previously Information Security responsibilities fell on our System Administration team. Due to compliance and the growth of DFI we are happy to bring you on as our first InfoSec employee! Once you are settled in and finished orientation we have your first 2-Weeks assignments ready.</a:t>
            </a:r>
            <a:endParaRPr/>
          </a:p>
          <a:p>
            <a:pPr marL="0" lvl="0" indent="0" algn="l" rtl="0">
              <a:lnSpc>
                <a:spcPct val="115000"/>
              </a:lnSpc>
              <a:spcBef>
                <a:spcPts val="0"/>
              </a:spcBef>
              <a:spcAft>
                <a:spcPts val="0"/>
              </a:spcAft>
              <a:buSzPts val="2400"/>
              <a:buNone/>
            </a:pPr>
            <a:r>
              <a:rPr lang="en-US" sz="2400"/>
              <a:t/>
            </a:r>
            <a:br>
              <a:rPr lang="en-US" sz="2400"/>
            </a:br>
            <a:r>
              <a:rPr lang="en-US" sz="2400"/>
              <a:t/>
            </a:r>
            <a:br>
              <a:rPr lang="en-US" sz="2400"/>
            </a:br>
            <a:r>
              <a:rPr lang="en-US" sz="2400"/>
              <a:t/>
            </a:r>
            <a:br>
              <a:rPr lang="en-US" sz="2400"/>
            </a:br>
            <a:r>
              <a:rPr lang="en-US" sz="2400"/>
              <a:t/>
            </a:r>
            <a:br>
              <a:rPr lang="en-US" sz="2400"/>
            </a:b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sp>
        <p:nvSpPr>
          <p:cNvPr id="215" name="Google Shape;215;p51"/>
          <p:cNvSpPr txBox="1">
            <a:spLocks noGrp="1"/>
          </p:cNvSpPr>
          <p:nvPr>
            <p:ph type="title"/>
          </p:nvPr>
        </p:nvSpPr>
        <p:spPr>
          <a:xfrm>
            <a:off x="347400" y="1947674"/>
            <a:ext cx="7077600" cy="2915401"/>
          </a:xfrm>
          <a:prstGeom prst="rect">
            <a:avLst/>
          </a:prstGeom>
          <a:noFill/>
          <a:ln>
            <a:noFill/>
          </a:ln>
        </p:spPr>
        <p:txBody>
          <a:bodyPr spcFirstLastPara="1" wrap="square" lIns="91400" tIns="91400" rIns="91400" bIns="91400" anchor="ctr" anchorCtr="0">
            <a:normAutofit/>
          </a:bodyPr>
          <a:lstStyle/>
          <a:p>
            <a:pPr marL="0" marR="0" lvl="0" indent="0" algn="l" rtl="0">
              <a:lnSpc>
                <a:spcPct val="100000"/>
              </a:lnSpc>
              <a:spcBef>
                <a:spcPts val="0"/>
              </a:spcBef>
              <a:spcAft>
                <a:spcPts val="0"/>
              </a:spcAft>
              <a:buClr>
                <a:srgbClr val="FAFBFC"/>
              </a:buClr>
              <a:buSzPts val="4800"/>
              <a:buFont typeface="Open Sans Light"/>
              <a:buNone/>
            </a:pPr>
            <a:r>
              <a:rPr lang="en-US" sz="4800">
                <a:solidFill>
                  <a:srgbClr val="FAFBFC"/>
                </a:solidFill>
                <a:latin typeface="Open Sans Light"/>
                <a:ea typeface="Open Sans Light"/>
                <a:cs typeface="Open Sans Light"/>
                <a:sym typeface="Open Sans Light"/>
              </a:rPr>
              <a:t>Week 1</a:t>
            </a:r>
            <a:endParaRPr/>
          </a:p>
        </p:txBody>
      </p:sp>
      <p:sp>
        <p:nvSpPr>
          <p:cNvPr id="216" name="Google Shape;216;p51"/>
          <p:cNvSpPr/>
          <p:nvPr/>
        </p:nvSpPr>
        <p:spPr>
          <a:xfrm>
            <a:off x="964648" y="4818974"/>
            <a:ext cx="716701" cy="44101"/>
          </a:xfrm>
          <a:prstGeom prst="rect">
            <a:avLst/>
          </a:prstGeom>
          <a:solidFill>
            <a:srgbClr val="15C26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52"/>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457200" marR="0" lvl="0" indent="-431800" algn="l" rtl="0">
              <a:lnSpc>
                <a:spcPct val="115000"/>
              </a:lnSpc>
              <a:spcBef>
                <a:spcPts val="0"/>
              </a:spcBef>
              <a:spcAft>
                <a:spcPts val="0"/>
              </a:spcAft>
              <a:buClr>
                <a:srgbClr val="02B3E4"/>
              </a:buClr>
              <a:buSzPts val="3200"/>
              <a:buFont typeface="Open Sans Light"/>
              <a:buAutoNum type="arabicPeriod"/>
            </a:pPr>
            <a:r>
              <a:rPr lang="en-US" sz="3200">
                <a:solidFill>
                  <a:srgbClr val="02B3E4"/>
                </a:solidFill>
                <a:latin typeface="Open Sans Light"/>
                <a:ea typeface="Open Sans Light"/>
                <a:cs typeface="Open Sans Light"/>
                <a:sym typeface="Open Sans Light"/>
              </a:rPr>
              <a:t>Connect - Evidence Windows</a:t>
            </a:r>
            <a:endParaRPr/>
          </a:p>
        </p:txBody>
      </p:sp>
      <p:graphicFrame>
        <p:nvGraphicFramePr>
          <p:cNvPr id="222" name="Google Shape;222;p52"/>
          <p:cNvGraphicFramePr/>
          <p:nvPr/>
        </p:nvGraphicFramePr>
        <p:xfrm>
          <a:off x="375049" y="1990163"/>
          <a:ext cx="7026625" cy="1798850"/>
        </p:xfrm>
        <a:graphic>
          <a:graphicData uri="http://schemas.openxmlformats.org/drawingml/2006/table">
            <a:tbl>
              <a:tblPr>
                <a:noFill/>
                <a:tableStyleId>{7BFB13BF-DCB7-483A-8622-30FCAF4F124B}</a:tableStyleId>
              </a:tblPr>
              <a:tblGrid>
                <a:gridCol w="238025">
                  <a:extLst>
                    <a:ext uri="{9D8B030D-6E8A-4147-A177-3AD203B41FA5}">
                      <a16:colId xmlns:a16="http://schemas.microsoft.com/office/drawing/2014/main" val="20000"/>
                    </a:ext>
                  </a:extLst>
                </a:gridCol>
                <a:gridCol w="3394300">
                  <a:extLst>
                    <a:ext uri="{9D8B030D-6E8A-4147-A177-3AD203B41FA5}">
                      <a16:colId xmlns:a16="http://schemas.microsoft.com/office/drawing/2014/main" val="20001"/>
                    </a:ext>
                  </a:extLst>
                </a:gridCol>
                <a:gridCol w="3394300">
                  <a:extLst>
                    <a:ext uri="{9D8B030D-6E8A-4147-A177-3AD203B41FA5}">
                      <a16:colId xmlns:a16="http://schemas.microsoft.com/office/drawing/2014/main" val="20002"/>
                    </a:ext>
                  </a:extLst>
                </a:gridCol>
              </a:tblGrid>
              <a:tr h="1798850">
                <a:tc gridSpan="3">
                  <a:txBody>
                    <a:bodyPr/>
                    <a:lstStyle/>
                    <a:p>
                      <a:pPr marL="0" lvl="0" indent="0" algn="l" rtl="0">
                        <a:lnSpc>
                          <a:spcPct val="115000"/>
                        </a:lnSpc>
                        <a:spcBef>
                          <a:spcPts val="0"/>
                        </a:spcBef>
                        <a:spcAft>
                          <a:spcPts val="0"/>
                        </a:spcAft>
                        <a:buClr>
                          <a:schemeClr val="dk1"/>
                        </a:buClr>
                        <a:buSzPts val="1800"/>
                        <a:buFont typeface="Open Sans"/>
                        <a:buNone/>
                      </a:pPr>
                      <a:r>
                        <a:rPr lang="en-US" sz="1800">
                          <a:solidFill>
                            <a:schemeClr val="dk1"/>
                          </a:solidFill>
                          <a:latin typeface="Open Sans"/>
                          <a:ea typeface="Open Sans"/>
                          <a:cs typeface="Open Sans"/>
                          <a:sym typeface="Open Sans"/>
                        </a:rPr>
                        <a:t>All of the subsequent steps will take place in the DFI environment. Use the Cloud Lab CYBERND0201 to connect with the Windows server provided. Provide a screenshot of a successful connection below.</a:t>
                      </a:r>
                      <a:endParaRPr>
                        <a:solidFill>
                          <a:schemeClr val="dk1"/>
                        </a:solidFill>
                      </a:endParaRPr>
                    </a:p>
                    <a:p>
                      <a:pPr marL="0" marR="0" lvl="0" indent="0" algn="l" rtl="0">
                        <a:lnSpc>
                          <a:spcPct val="115000"/>
                        </a:lnSpc>
                        <a:spcBef>
                          <a:spcPts val="0"/>
                        </a:spcBef>
                        <a:spcAft>
                          <a:spcPts val="0"/>
                        </a:spcAft>
                        <a:buClr>
                          <a:schemeClr val="dk1"/>
                        </a:buClr>
                        <a:buSzPts val="1800"/>
                        <a:buFont typeface="Open Sans"/>
                        <a:buNone/>
                      </a:pPr>
                      <a:endParaRPr sz="1800">
                        <a:latin typeface="Open Sans"/>
                        <a:ea typeface="Open Sans"/>
                        <a:cs typeface="Open Sans"/>
                        <a:sym typeface="Open Sans"/>
                      </a:endParaRPr>
                    </a:p>
                  </a:txBody>
                  <a:tcPr marL="91425" marR="91425" marT="91425" marB="914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
        <p:nvSpPr>
          <p:cNvPr id="4" name="Rectangle 3"/>
          <p:cNvSpPr>
            <a:spLocks noChangeArrowheads="1"/>
          </p:cNvSpPr>
          <p:nvPr/>
        </p:nvSpPr>
        <p:spPr bwMode="auto">
          <a:xfrm>
            <a:off x="504113" y="9366335"/>
            <a:ext cx="54553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rPr>
              <a:t>Command used:</a:t>
            </a:r>
            <a:r>
              <a:rPr kumimoji="0" lang="en-US" altLang="en-US" sz="1800" b="0" i="0" u="none" strike="noStrike" cap="none" normalizeH="0" baseline="0" smtClean="0">
                <a:ln>
                  <a:noFill/>
                </a:ln>
                <a:solidFill>
                  <a:schemeClr val="tx1"/>
                </a:solidFill>
                <a:effectLst/>
                <a:latin typeface="Arial" panose="020B0604020202020204" pitchFamily="34" charset="0"/>
              </a:rPr>
              <a:t> </a:t>
            </a:r>
            <a:r>
              <a:rPr kumimoji="0" lang="en-US" altLang="en-US" sz="1800" b="0" i="0" u="none" strike="noStrike" cap="none" normalizeH="0" baseline="0" smtClean="0">
                <a:ln>
                  <a:noFill/>
                </a:ln>
                <a:solidFill>
                  <a:schemeClr val="tx1"/>
                </a:solidFill>
                <a:effectLst/>
                <a:latin typeface="Arial Unicode MS"/>
              </a:rPr>
              <a:t>mstsc /v:DFI-SERVER-01 /admin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3"/>
          <a:stretch>
            <a:fillRect/>
          </a:stretch>
        </p:blipFill>
        <p:spPr>
          <a:xfrm>
            <a:off x="0" y="4281452"/>
            <a:ext cx="7832803" cy="4221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53"/>
          <p:cNvSpPr txBox="1">
            <a:spLocks noGrp="1"/>
          </p:cNvSpPr>
          <p:nvPr>
            <p:ph type="title"/>
          </p:nvPr>
        </p:nvSpPr>
        <p:spPr>
          <a:xfrm>
            <a:off x="372895" y="794395"/>
            <a:ext cx="7242600" cy="1119901"/>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2. Security Analysis Instructions</a:t>
            </a:r>
            <a:endParaRPr/>
          </a:p>
        </p:txBody>
      </p:sp>
      <p:graphicFrame>
        <p:nvGraphicFramePr>
          <p:cNvPr id="229" name="Google Shape;229;p53"/>
          <p:cNvGraphicFramePr/>
          <p:nvPr/>
        </p:nvGraphicFramePr>
        <p:xfrm>
          <a:off x="372900" y="1914287"/>
          <a:ext cx="7026600" cy="6836634"/>
        </p:xfrm>
        <a:graphic>
          <a:graphicData uri="http://schemas.openxmlformats.org/drawingml/2006/table">
            <a:tbl>
              <a:tblPr>
                <a:noFill/>
                <a:tableStyleId>{7BFB13BF-DCB7-483A-8622-30FCAF4F124B}</a:tableStyleId>
              </a:tblPr>
              <a:tblGrid>
                <a:gridCol w="460450">
                  <a:extLst>
                    <a:ext uri="{9D8B030D-6E8A-4147-A177-3AD203B41FA5}">
                      <a16:colId xmlns:a16="http://schemas.microsoft.com/office/drawing/2014/main" val="20000"/>
                    </a:ext>
                  </a:extLst>
                </a:gridCol>
                <a:gridCol w="6566150">
                  <a:extLst>
                    <a:ext uri="{9D8B030D-6E8A-4147-A177-3AD203B41FA5}">
                      <a16:colId xmlns:a16="http://schemas.microsoft.com/office/drawing/2014/main" val="20001"/>
                    </a:ext>
                  </a:extLst>
                </a:gridCol>
              </a:tblGrid>
              <a:tr h="4860000">
                <a:tc gridSpan="2">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DFI has an excellent SysAdmin team, but they have been focused on system reliability and scaling to meet our growing needs and as a result, security may not be as tight as we'd like. Your first assignment is to familiarize yourself with our file and application servers.  Please perform an analysis of the Windows server and provide a written report detailing any security configuration issues found and a brief explanation and justification  (5 sentences at least) of the changes you recommend. DFI is a PCI compliant organization and will likely be Sarbanes-Oxley in the near future.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Use NIST, Microsoft, Defense-in-Depth, Principle of Least Privilege and other resources to determine the changes that should be made. Note changes can be to </a:t>
                      </a:r>
                      <a:r>
                        <a:rPr lang="en-US" sz="1800" b="1" u="none" strike="noStrike" cap="none"/>
                        <a:t>add</a:t>
                      </a:r>
                      <a:r>
                        <a:rPr lang="en-US" sz="1800" u="none" strike="noStrike" cap="none">
                          <a:latin typeface="Open Sans"/>
                          <a:ea typeface="Open Sans"/>
                          <a:cs typeface="Open Sans"/>
                          <a:sym typeface="Open Sans"/>
                        </a:rPr>
                        <a:t>/</a:t>
                      </a:r>
                      <a:r>
                        <a:rPr lang="en-US" sz="1800" b="1" u="none" strike="noStrike" cap="none"/>
                        <a:t>remove/change</a:t>
                      </a:r>
                      <a:r>
                        <a:rPr lang="en-US" sz="1800" u="none" strike="noStrike" cap="none">
                          <a:latin typeface="Open Sans"/>
                          <a:ea typeface="Open Sans"/>
                          <a:cs typeface="Open Sans"/>
                          <a:sym typeface="Open Sans"/>
                        </a:rPr>
                        <a:t> services, permissions and other settings. </a:t>
                      </a:r>
                      <a:r>
                        <a:rPr lang="en-US" sz="1800" u="sng" strike="noStrike" cap="none">
                          <a:solidFill>
                            <a:schemeClr val="accent5"/>
                          </a:solidFill>
                          <a:hlinkClick r:id="rId3">
                            <a:extLst>
                              <a:ext uri="{A12FA001-AC4F-418D-AE19-62706E023703}">
                                <ahyp:hlinkClr xmlns:ahyp="http://schemas.microsoft.com/office/drawing/2018/hyperlinkcolor" xmlns="" val="tx"/>
                              </a:ext>
                            </a:extLst>
                          </a:hlinkClick>
                        </a:rPr>
                        <a:t>Defense-in-Depth documentation</a:t>
                      </a:r>
                      <a:r>
                        <a:rPr lang="en-US" sz="1800" u="none" strike="noStrike" cap="none">
                          <a:latin typeface="Open Sans"/>
                          <a:ea typeface="Open Sans"/>
                          <a:cs typeface="Open Sans"/>
                          <a:sym typeface="Open Sans"/>
                        </a:rPr>
                        <a:t>. </a:t>
                      </a:r>
                      <a:r>
                        <a:rPr lang="en-US" sz="1800" u="sng" strike="noStrike" cap="none">
                          <a:solidFill>
                            <a:schemeClr val="accent5"/>
                          </a:solidFill>
                          <a:hlinkClick r:id="rId4">
                            <a:extLst>
                              <a:ext uri="{A12FA001-AC4F-418D-AE19-62706E023703}">
                                <ahyp:hlinkClr xmlns:ahyp="http://schemas.microsoft.com/office/drawing/2018/hyperlinkcolor" xmlns="" val="tx"/>
                              </a:ext>
                            </a:extLst>
                          </a:hlinkClick>
                        </a:rPr>
                        <a:t>NIST 800-123</a:t>
                      </a:r>
                      <a:r>
                        <a:rPr lang="en-US" sz="1800" u="none" strike="noStrike" cap="none">
                          <a:latin typeface="Open Sans"/>
                          <a:ea typeface="Open Sans"/>
                          <a:cs typeface="Open Sans"/>
                          <a:sym typeface="Open Sans"/>
                        </a:rPr>
                        <a:t> (other NIST documents could also apply.) </a:t>
                      </a:r>
                      <a:br>
                        <a:rPr lang="en-US" sz="1800" u="none" strike="noStrike" cap="none">
                          <a:latin typeface="Open Sans"/>
                          <a:ea typeface="Open Sans"/>
                          <a:cs typeface="Open Sans"/>
                          <a:sym typeface="Open Sans"/>
                        </a:rPr>
                      </a:br>
                      <a:r>
                        <a:rPr lang="en-US" sz="1800" u="none" strike="noStrike" cap="none">
                          <a:latin typeface="Open Sans"/>
                          <a:ea typeface="Open Sans"/>
                          <a:cs typeface="Open Sans"/>
                          <a:sym typeface="Open Sans"/>
                        </a:rPr>
                        <a:t>Looking at the following requirements, specifically:</a:t>
                      </a:r>
                      <a:endParaRPr sz="1400" u="none" strike="noStrike" cap="none">
                        <a:latin typeface="Open Sans"/>
                        <a:ea typeface="Open Sans"/>
                        <a:cs typeface="Open Sans"/>
                        <a:sym typeface="Open Sans"/>
                      </a:endParaRPr>
                    </a:p>
                    <a:p>
                      <a:pPr marL="457200" marR="0" lvl="0" indent="-317500" algn="l" rtl="0">
                        <a:lnSpc>
                          <a:spcPct val="100000"/>
                        </a:lnSpc>
                        <a:spcBef>
                          <a:spcPts val="0"/>
                        </a:spcBef>
                        <a:spcAft>
                          <a:spcPts val="0"/>
                        </a:spcAft>
                        <a:buClr>
                          <a:schemeClr val="dk1"/>
                        </a:buClr>
                        <a:buSzPts val="1600"/>
                        <a:buFont typeface="Open Sans"/>
                        <a:buChar char="•"/>
                      </a:pPr>
                      <a:r>
                        <a:rPr lang="en-US" sz="1600">
                          <a:latin typeface="Open Sans"/>
                          <a:ea typeface="Open Sans"/>
                          <a:cs typeface="Open Sans"/>
                          <a:sym typeface="Open Sans"/>
                        </a:rPr>
                        <a:t>C:\Departments\HR </a:t>
                      </a:r>
                      <a:r>
                        <a:rPr lang="en-US" sz="1600" u="none" strike="noStrike" cap="none">
                          <a:latin typeface="Open Sans"/>
                          <a:ea typeface="Open Sans"/>
                          <a:cs typeface="Open Sans"/>
                          <a:sym typeface="Open Sans"/>
                        </a:rPr>
                        <a:t>Folder Permissions (that are incorrectly granted) </a:t>
                      </a:r>
                      <a:endParaRPr sz="1400" u="none" strike="noStrike" cap="none">
                        <a:latin typeface="Open Sans"/>
                        <a:ea typeface="Open Sans"/>
                        <a:cs typeface="Open Sans"/>
                        <a:sym typeface="Open Sans"/>
                      </a:endParaRPr>
                    </a:p>
                    <a:p>
                      <a:pPr marL="457200" marR="0" lvl="0" indent="-317500" algn="l" rtl="0">
                        <a:lnSpc>
                          <a:spcPct val="100000"/>
                        </a:lnSpc>
                        <a:spcBef>
                          <a:spcPts val="0"/>
                        </a:spcBef>
                        <a:spcAft>
                          <a:spcPts val="0"/>
                        </a:spcAft>
                        <a:buClr>
                          <a:schemeClr val="dk1"/>
                        </a:buClr>
                        <a:buSzPts val="1600"/>
                        <a:buFont typeface="Open Sans"/>
                        <a:buChar char="•"/>
                      </a:pPr>
                      <a:r>
                        <a:rPr lang="en-US" sz="1600" u="none" strike="noStrike" cap="none">
                          <a:latin typeface="Open Sans"/>
                          <a:ea typeface="Open Sans"/>
                          <a:cs typeface="Open Sans"/>
                          <a:sym typeface="Open Sans"/>
                        </a:rPr>
                        <a:t>Roles Changes (disabled/enabled)</a:t>
                      </a:r>
                      <a:endParaRPr sz="1400" u="none" strike="noStrike" cap="none">
                        <a:latin typeface="Open Sans"/>
                        <a:ea typeface="Open Sans"/>
                        <a:cs typeface="Open Sans"/>
                        <a:sym typeface="Open Sans"/>
                      </a:endParaRPr>
                    </a:p>
                    <a:p>
                      <a:pPr marL="457200" marR="0" lvl="0" indent="-317500" algn="l" rtl="0">
                        <a:lnSpc>
                          <a:spcPct val="100000"/>
                        </a:lnSpc>
                        <a:spcBef>
                          <a:spcPts val="0"/>
                        </a:spcBef>
                        <a:spcAft>
                          <a:spcPts val="0"/>
                        </a:spcAft>
                        <a:buClr>
                          <a:schemeClr val="dk1"/>
                        </a:buClr>
                        <a:buSzPts val="1600"/>
                        <a:buFont typeface="Open Sans"/>
                        <a:buChar char="•"/>
                      </a:pPr>
                      <a:r>
                        <a:rPr lang="en-US" sz="1600" u="none" strike="noStrike" cap="none">
                          <a:latin typeface="Open Sans"/>
                          <a:ea typeface="Open Sans"/>
                          <a:cs typeface="Open Sans"/>
                          <a:sym typeface="Open Sans"/>
                        </a:rPr>
                        <a:t>Services changes (disabled/enabled)</a:t>
                      </a:r>
                      <a:endParaRPr sz="1400" u="none" strike="noStrike" cap="none">
                        <a:latin typeface="Open Sans"/>
                        <a:ea typeface="Open Sans"/>
                        <a:cs typeface="Open Sans"/>
                        <a:sym typeface="Open Sans"/>
                      </a:endParaRPr>
                    </a:p>
                  </a:txBody>
                  <a:tcPr marL="91425" marR="91425" marT="91425" marB="91425" anchor="ct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marL="114300" indent="0">
              <a:buNone/>
            </a:pPr>
            <a:r>
              <a:rPr lang="en-US" b="1" dirty="0"/>
              <a:t>A. HR Folder Permissions Analysis:</a:t>
            </a:r>
            <a:endParaRPr lang="en-US" dirty="0"/>
          </a:p>
          <a:p>
            <a:pPr marL="114300" indent="0">
              <a:buNone/>
            </a:pPr>
            <a:r>
              <a:rPr lang="en-US" b="1" dirty="0"/>
              <a:t>Current Issue:</a:t>
            </a:r>
            <a:r>
              <a:rPr lang="en-US" dirty="0"/>
              <a:t> C:\Departments\HR folder has "Everyone: Full Control" permission</a:t>
            </a:r>
          </a:p>
          <a:p>
            <a:pPr marL="114300" indent="0">
              <a:buNone/>
            </a:pPr>
            <a:r>
              <a:rPr lang="en-US" b="1" dirty="0"/>
              <a:t>Recommendation:</a:t>
            </a:r>
            <a:r>
              <a:rPr lang="en-US" dirty="0"/>
              <a:t> Remove "Everyone" group, assign specific permissions:</a:t>
            </a:r>
          </a:p>
          <a:p>
            <a:pPr marL="571500" lvl="1" indent="0">
              <a:buNone/>
            </a:pPr>
            <a:r>
              <a:rPr lang="en-US" dirty="0" err="1"/>
              <a:t>HR_Group</a:t>
            </a:r>
            <a:r>
              <a:rPr lang="en-US" dirty="0"/>
              <a:t>: Read/Write/Execute</a:t>
            </a:r>
          </a:p>
          <a:p>
            <a:pPr marL="571500" lvl="1" indent="0">
              <a:buNone/>
            </a:pPr>
            <a:r>
              <a:rPr lang="en-US" dirty="0" err="1"/>
              <a:t>Management_Group</a:t>
            </a:r>
            <a:r>
              <a:rPr lang="en-US" dirty="0"/>
              <a:t>: Read/Execute</a:t>
            </a:r>
          </a:p>
          <a:p>
            <a:pPr marL="571500" lvl="1" indent="0">
              <a:buNone/>
            </a:pPr>
            <a:r>
              <a:rPr lang="en-US" dirty="0" err="1"/>
              <a:t>IT_Admin</a:t>
            </a:r>
            <a:r>
              <a:rPr lang="en-US" dirty="0"/>
              <a:t>: Full Control (for maintenance)</a:t>
            </a:r>
          </a:p>
          <a:p>
            <a:pPr marL="114300" indent="0">
              <a:buNone/>
            </a:pPr>
            <a:endParaRPr lang="en-US" dirty="0"/>
          </a:p>
        </p:txBody>
      </p:sp>
    </p:spTree>
    <p:extLst>
      <p:ext uri="{BB962C8B-B14F-4D97-AF65-F5344CB8AC3E}">
        <p14:creationId xmlns:p14="http://schemas.microsoft.com/office/powerpoint/2010/main" val="2120790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97397" y="371754"/>
            <a:ext cx="6104149" cy="4701947"/>
          </a:xfrm>
          <a:prstGeom prst="rect">
            <a:avLst/>
          </a:prstGeom>
        </p:spPr>
      </p:pic>
      <p:pic>
        <p:nvPicPr>
          <p:cNvPr id="4" name="Picture 3"/>
          <p:cNvPicPr>
            <a:picLocks noChangeAspect="1"/>
          </p:cNvPicPr>
          <p:nvPr/>
        </p:nvPicPr>
        <p:blipFill>
          <a:blip r:embed="rId3"/>
          <a:stretch>
            <a:fillRect/>
          </a:stretch>
        </p:blipFill>
        <p:spPr>
          <a:xfrm>
            <a:off x="0" y="5073701"/>
            <a:ext cx="7323455" cy="4854361"/>
          </a:xfrm>
          <a:prstGeom prst="rect">
            <a:avLst/>
          </a:prstGeom>
        </p:spPr>
      </p:pic>
    </p:spTree>
    <p:extLst>
      <p:ext uri="{BB962C8B-B14F-4D97-AF65-F5344CB8AC3E}">
        <p14:creationId xmlns:p14="http://schemas.microsoft.com/office/powerpoint/2010/main" val="100412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3446446"/>
            <a:ext cx="7522075" cy="4673973"/>
          </a:xfrm>
          <a:prstGeom prst="rect">
            <a:avLst/>
          </a:prstGeom>
        </p:spPr>
      </p:pic>
    </p:spTree>
    <p:extLst>
      <p:ext uri="{BB962C8B-B14F-4D97-AF65-F5344CB8AC3E}">
        <p14:creationId xmlns:p14="http://schemas.microsoft.com/office/powerpoint/2010/main" val="3910522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54"/>
          <p:cNvSpPr txBox="1">
            <a:spLocks noGrp="1"/>
          </p:cNvSpPr>
          <p:nvPr>
            <p:ph type="title"/>
          </p:nvPr>
        </p:nvSpPr>
        <p:spPr>
          <a:xfrm>
            <a:off x="369970" y="856870"/>
            <a:ext cx="7242600" cy="1119901"/>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2. Security Analysis: HR and Roles</a:t>
            </a:r>
            <a:endParaRPr/>
          </a:p>
        </p:txBody>
      </p:sp>
      <p:graphicFrame>
        <p:nvGraphicFramePr>
          <p:cNvPr id="235" name="Google Shape;235;p54"/>
          <p:cNvGraphicFramePr/>
          <p:nvPr>
            <p:extLst>
              <p:ext uri="{D42A27DB-BD31-4B8C-83A1-F6EECF244321}">
                <p14:modId xmlns:p14="http://schemas.microsoft.com/office/powerpoint/2010/main" val="415822506"/>
              </p:ext>
            </p:extLst>
          </p:nvPr>
        </p:nvGraphicFramePr>
        <p:xfrm>
          <a:off x="369975" y="1976775"/>
          <a:ext cx="6655500" cy="4027696"/>
        </p:xfrm>
        <a:graphic>
          <a:graphicData uri="http://schemas.openxmlformats.org/drawingml/2006/table">
            <a:tbl>
              <a:tblPr>
                <a:noFill/>
                <a:tableStyleId>{764F3631-8F58-4481-B3CA-94ADB499B159}</a:tableStyleId>
              </a:tblPr>
              <a:tblGrid>
                <a:gridCol w="2180225">
                  <a:extLst>
                    <a:ext uri="{9D8B030D-6E8A-4147-A177-3AD203B41FA5}">
                      <a16:colId xmlns:a16="http://schemas.microsoft.com/office/drawing/2014/main" val="20000"/>
                    </a:ext>
                  </a:extLst>
                </a:gridCol>
                <a:gridCol w="447527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Clr>
                          <a:schemeClr val="dk1"/>
                        </a:buClr>
                        <a:buSzPts val="1100"/>
                        <a:buFont typeface="Arial"/>
                        <a:buNone/>
                      </a:pPr>
                      <a:r>
                        <a:rPr lang="en-US" sz="2000">
                          <a:solidFill>
                            <a:srgbClr val="FF0000"/>
                          </a:solidFill>
                          <a:latin typeface="Open Sans"/>
                          <a:ea typeface="Open Sans"/>
                          <a:cs typeface="Open Sans"/>
                          <a:sym typeface="Open Sans"/>
                        </a:rPr>
                        <a:t>C:\Departments\HR Folder Permissions </a:t>
                      </a:r>
                      <a:endParaRPr sz="2000">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Clr>
                          <a:schemeClr val="dk1"/>
                        </a:buClr>
                        <a:buSzPts val="1800"/>
                        <a:buFont typeface="Helvetica Neue"/>
                        <a:buNone/>
                      </a:pPr>
                      <a:r>
                        <a:rPr lang="en-US" sz="1600">
                          <a:solidFill>
                            <a:srgbClr val="FF0000"/>
                          </a:solidFill>
                          <a:latin typeface="Open Sans"/>
                          <a:ea typeface="Open Sans"/>
                          <a:cs typeface="Open Sans"/>
                          <a:sym typeface="Open Sans"/>
                        </a:rPr>
                        <a:t>Permission Problem:</a:t>
                      </a:r>
                      <a:endParaRPr sz="16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600" dirty="0" smtClean="0">
                          <a:solidFill>
                            <a:srgbClr val="FF0000"/>
                          </a:solidFill>
                        </a:rPr>
                        <a:t>C:\Departments\HR folder has "Everyone: Full Control" permission</a:t>
                      </a:r>
                      <a:endParaRPr sz="16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Clr>
                          <a:schemeClr val="dk1"/>
                        </a:buClr>
                        <a:buSzPts val="1100"/>
                        <a:buFont typeface="Arial"/>
                        <a:buNone/>
                      </a:pPr>
                      <a:r>
                        <a:rPr lang="en-US" sz="1600">
                          <a:solidFill>
                            <a:srgbClr val="FF0000"/>
                          </a:solidFill>
                          <a:latin typeface="Open Sans"/>
                          <a:ea typeface="Open Sans"/>
                          <a:cs typeface="Open Sans"/>
                          <a:sym typeface="Open Sans"/>
                        </a:rPr>
                        <a:t>Recommendation:</a:t>
                      </a:r>
                      <a:endParaRPr sz="1600">
                        <a:solidFill>
                          <a:srgbClr val="FF0000"/>
                        </a:solidFill>
                        <a:latin typeface="Open Sans"/>
                        <a:ea typeface="Open Sans"/>
                        <a:cs typeface="Open Sans"/>
                        <a:sym typeface="Open Sans"/>
                      </a:endParaRPr>
                    </a:p>
                  </a:txBody>
                  <a:tcPr marL="91425" marR="91425" marT="91425" marB="91425"/>
                </a:tc>
                <a:tc>
                  <a:txBody>
                    <a:bodyPr/>
                    <a:lstStyle/>
                    <a:p>
                      <a:r>
                        <a:rPr lang="en-US" sz="1600" dirty="0" smtClean="0">
                          <a:solidFill>
                            <a:srgbClr val="FF0000"/>
                          </a:solidFill>
                        </a:rPr>
                        <a:t>Remove "Everyone" group, assign specific permissions:</a:t>
                      </a:r>
                      <a:br>
                        <a:rPr lang="en-US" sz="1600" dirty="0" smtClean="0">
                          <a:solidFill>
                            <a:srgbClr val="FF0000"/>
                          </a:solidFill>
                        </a:rPr>
                      </a:br>
                      <a:r>
                        <a:rPr lang="en-US" sz="1600" dirty="0" err="1" smtClean="0">
                          <a:solidFill>
                            <a:srgbClr val="FF0000"/>
                          </a:solidFill>
                        </a:rPr>
                        <a:t>HR_Group</a:t>
                      </a:r>
                      <a:r>
                        <a:rPr lang="en-US" sz="1600" dirty="0" smtClean="0">
                          <a:solidFill>
                            <a:srgbClr val="FF0000"/>
                          </a:solidFill>
                        </a:rPr>
                        <a:t>: Read/Write/Execute</a:t>
                      </a:r>
                    </a:p>
                    <a:p>
                      <a:r>
                        <a:rPr lang="en-US" sz="1600" dirty="0" err="1" smtClean="0">
                          <a:solidFill>
                            <a:srgbClr val="FF0000"/>
                          </a:solidFill>
                        </a:rPr>
                        <a:t>Management_Group</a:t>
                      </a:r>
                      <a:r>
                        <a:rPr lang="en-US" sz="1600" dirty="0" smtClean="0">
                          <a:solidFill>
                            <a:srgbClr val="FF0000"/>
                          </a:solidFill>
                        </a:rPr>
                        <a:t>: Read/Execute</a:t>
                      </a:r>
                    </a:p>
                    <a:p>
                      <a:r>
                        <a:rPr lang="en-US" sz="1600" dirty="0" err="1" smtClean="0">
                          <a:solidFill>
                            <a:srgbClr val="FF0000"/>
                          </a:solidFill>
                        </a:rPr>
                        <a:t>IT_Admin</a:t>
                      </a:r>
                      <a:r>
                        <a:rPr lang="en-US" sz="1600" dirty="0" smtClean="0">
                          <a:solidFill>
                            <a:srgbClr val="FF0000"/>
                          </a:solidFill>
                        </a:rPr>
                        <a:t>: Full Control (for maintenance)</a:t>
                      </a:r>
                    </a:p>
                  </a:txBody>
                  <a:tcPr marL="91425" marR="91425" marT="91425" marB="91425"/>
                </a:tc>
                <a:extLst>
                  <a:ext uri="{0D108BD9-81ED-4DB2-BD59-A6C34878D82A}">
                    <a16:rowId xmlns:a16="http://schemas.microsoft.com/office/drawing/2014/main" val="10002"/>
                  </a:ext>
                </a:extLst>
              </a:tr>
              <a:tr h="1052075">
                <a:tc>
                  <a:txBody>
                    <a:bodyPr/>
                    <a:lstStyle/>
                    <a:p>
                      <a:pPr marL="0" lvl="0" indent="0" algn="l" rtl="0">
                        <a:lnSpc>
                          <a:spcPct val="150000"/>
                        </a:lnSpc>
                        <a:spcBef>
                          <a:spcPts val="1200"/>
                        </a:spcBef>
                        <a:spcAft>
                          <a:spcPts val="0"/>
                        </a:spcAft>
                        <a:buClr>
                          <a:schemeClr val="dk1"/>
                        </a:buClr>
                        <a:buSzPts val="1100"/>
                        <a:buFont typeface="Arial"/>
                        <a:buNone/>
                      </a:pPr>
                      <a:r>
                        <a:rPr lang="en-US" sz="1600">
                          <a:solidFill>
                            <a:srgbClr val="FF0000"/>
                          </a:solidFill>
                          <a:latin typeface="Open Sans"/>
                          <a:ea typeface="Open Sans"/>
                          <a:cs typeface="Open Sans"/>
                          <a:sym typeface="Open Sans"/>
                        </a:rPr>
                        <a:t>Why it helps:</a:t>
                      </a:r>
                      <a:endParaRPr sz="16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endParaRPr sz="16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graphicFrame>
        <p:nvGraphicFramePr>
          <p:cNvPr id="236" name="Google Shape;236;p54"/>
          <p:cNvGraphicFramePr/>
          <p:nvPr>
            <p:extLst>
              <p:ext uri="{D42A27DB-BD31-4B8C-83A1-F6EECF244321}">
                <p14:modId xmlns:p14="http://schemas.microsoft.com/office/powerpoint/2010/main" val="2972228042"/>
              </p:ext>
            </p:extLst>
          </p:nvPr>
        </p:nvGraphicFramePr>
        <p:xfrm>
          <a:off x="369975" y="5861150"/>
          <a:ext cx="6655500" cy="4189875"/>
        </p:xfrm>
        <a:graphic>
          <a:graphicData uri="http://schemas.openxmlformats.org/drawingml/2006/table">
            <a:tbl>
              <a:tblPr>
                <a:noFill/>
                <a:tableStyleId>{764F3631-8F58-4481-B3CA-94ADB499B159}</a:tableStyleId>
              </a:tblPr>
              <a:tblGrid>
                <a:gridCol w="1990625">
                  <a:extLst>
                    <a:ext uri="{9D8B030D-6E8A-4147-A177-3AD203B41FA5}">
                      <a16:colId xmlns:a16="http://schemas.microsoft.com/office/drawing/2014/main" val="20000"/>
                    </a:ext>
                  </a:extLst>
                </a:gridCol>
                <a:gridCol w="466487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Server Roles evaluation</a:t>
                      </a:r>
                      <a:endParaRPr sz="1600">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200">
                          <a:solidFill>
                            <a:srgbClr val="FF0000"/>
                          </a:solidFill>
                          <a:latin typeface="Open Sans"/>
                          <a:ea typeface="Open Sans"/>
                          <a:cs typeface="Open Sans"/>
                          <a:sym typeface="Open Sans"/>
                        </a:rPr>
                        <a:t>Roles:</a:t>
                      </a:r>
                      <a:endParaRPr sz="12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b="1" dirty="0" smtClean="0">
                          <a:solidFill>
                            <a:srgbClr val="FF0000"/>
                          </a:solidFill>
                        </a:rPr>
                        <a:t>Server Roles (Recommend enable/disable):</a:t>
                      </a: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200">
                          <a:solidFill>
                            <a:srgbClr val="FF0000"/>
                          </a:solidFill>
                          <a:latin typeface="Open Sans"/>
                          <a:ea typeface="Open Sans"/>
                          <a:cs typeface="Open Sans"/>
                          <a:sym typeface="Open Sans"/>
                        </a:rPr>
                        <a:t>Recommendation:</a:t>
                      </a:r>
                      <a:endParaRPr sz="12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 Enable: Windows Defender Firewall with Advanced Security (critical for network security)</a:t>
                      </a:r>
                    </a:p>
                    <a:p>
                      <a:pPr marL="0" lvl="0" indent="0" algn="l" rtl="0">
                        <a:spcBef>
                          <a:spcPts val="0"/>
                        </a:spcBef>
                        <a:spcAft>
                          <a:spcPts val="0"/>
                        </a:spcAft>
                        <a:buNone/>
                      </a:pPr>
                      <a:endParaRPr lang="en-US" sz="1200"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    Disable: Print and Document Services (not needed on file server)</a:t>
                      </a:r>
                    </a:p>
                    <a:p>
                      <a:pPr marL="0" lvl="0" indent="0" algn="l" rtl="0">
                        <a:spcBef>
                          <a:spcPts val="0"/>
                        </a:spcBef>
                        <a:spcAft>
                          <a:spcPts val="0"/>
                        </a:spcAft>
                        <a:buNone/>
                      </a:pPr>
                      <a:endParaRPr lang="en-US" sz="1200"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    Disable: Remote Desktop Services Host (security risk if not properly configured)</a:t>
                      </a: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r h="1052075">
                <a:tc>
                  <a:txBody>
                    <a:bodyPr/>
                    <a:lstStyle/>
                    <a:p>
                      <a:pPr marL="0" lvl="0" indent="0" algn="l" rtl="0">
                        <a:lnSpc>
                          <a:spcPct val="150000"/>
                        </a:lnSpc>
                        <a:spcBef>
                          <a:spcPts val="1200"/>
                        </a:spcBef>
                        <a:spcAft>
                          <a:spcPts val="0"/>
                        </a:spcAft>
                        <a:buNone/>
                      </a:pPr>
                      <a:r>
                        <a:rPr lang="en-US" sz="1200">
                          <a:solidFill>
                            <a:srgbClr val="FF0000"/>
                          </a:solidFill>
                          <a:latin typeface="Open Sans"/>
                          <a:ea typeface="Open Sans"/>
                          <a:cs typeface="Open Sans"/>
                          <a:sym typeface="Open Sans"/>
                        </a:rPr>
                        <a:t>How it helps:</a:t>
                      </a:r>
                      <a:endParaRPr sz="12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55"/>
          <p:cNvSpPr txBox="1">
            <a:spLocks noGrp="1"/>
          </p:cNvSpPr>
          <p:nvPr>
            <p:ph type="title"/>
          </p:nvPr>
        </p:nvSpPr>
        <p:spPr>
          <a:xfrm>
            <a:off x="369970" y="856870"/>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2. Security Analysis: Services</a:t>
            </a:r>
            <a:endParaRPr/>
          </a:p>
        </p:txBody>
      </p:sp>
      <p:graphicFrame>
        <p:nvGraphicFramePr>
          <p:cNvPr id="242" name="Google Shape;242;p55"/>
          <p:cNvGraphicFramePr/>
          <p:nvPr>
            <p:extLst>
              <p:ext uri="{D42A27DB-BD31-4B8C-83A1-F6EECF244321}">
                <p14:modId xmlns:p14="http://schemas.microsoft.com/office/powerpoint/2010/main" val="1854294993"/>
              </p:ext>
            </p:extLst>
          </p:nvPr>
        </p:nvGraphicFramePr>
        <p:xfrm>
          <a:off x="369975" y="1976770"/>
          <a:ext cx="6655500" cy="2178790"/>
        </p:xfrm>
        <a:graphic>
          <a:graphicData uri="http://schemas.openxmlformats.org/drawingml/2006/table">
            <a:tbl>
              <a:tblPr>
                <a:noFill/>
                <a:tableStyleId>{764F3631-8F58-4481-B3CA-94ADB499B159}</a:tableStyleId>
              </a:tblPr>
              <a:tblGrid>
                <a:gridCol w="3155250">
                  <a:extLst>
                    <a:ext uri="{9D8B030D-6E8A-4147-A177-3AD203B41FA5}">
                      <a16:colId xmlns:a16="http://schemas.microsoft.com/office/drawing/2014/main" val="20000"/>
                    </a:ext>
                  </a:extLst>
                </a:gridCol>
                <a:gridCol w="3500250">
                  <a:extLst>
                    <a:ext uri="{9D8B030D-6E8A-4147-A177-3AD203B41FA5}">
                      <a16:colId xmlns:a16="http://schemas.microsoft.com/office/drawing/2014/main" val="20001"/>
                    </a:ext>
                  </a:extLst>
                </a:gridCol>
              </a:tblGrid>
              <a:tr h="366100">
                <a:tc gridSpan="2">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Services that should run</a:t>
                      </a:r>
                      <a:endParaRPr sz="1600">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Service name</a:t>
                      </a:r>
                      <a:endParaRPr sz="1600">
                        <a:solidFill>
                          <a:srgbClr val="FF0000"/>
                        </a:solidFill>
                        <a:latin typeface="Open Sans"/>
                        <a:ea typeface="Open Sans"/>
                        <a:cs typeface="Open Sans"/>
                        <a:sym typeface="Open Sans"/>
                      </a:endParaRPr>
                    </a:p>
                  </a:txBody>
                  <a:tcPr marL="91425" marR="91425" marT="91425" marB="91425"/>
                </a:tc>
                <a:tc>
                  <a:txBody>
                    <a:bodyPr/>
                    <a:lstStyle/>
                    <a:p>
                      <a:pPr marL="0" lvl="0" indent="0" algn="ctr" rtl="0">
                        <a:spcBef>
                          <a:spcPts val="0"/>
                        </a:spcBef>
                        <a:spcAft>
                          <a:spcPts val="0"/>
                        </a:spcAft>
                        <a:buNone/>
                      </a:pPr>
                      <a:r>
                        <a:rPr lang="en-US" sz="1600">
                          <a:solidFill>
                            <a:srgbClr val="FF0000"/>
                          </a:solidFill>
                          <a:latin typeface="Open Sans"/>
                          <a:ea typeface="Open Sans"/>
                          <a:cs typeface="Open Sans"/>
                          <a:sym typeface="Open Sans"/>
                        </a:rPr>
                        <a:t>Reason</a:t>
                      </a:r>
                      <a:endParaRPr sz="160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0">
                <a:tc>
                  <a:txBody>
                    <a:bodyPr/>
                    <a:lstStyle/>
                    <a:p>
                      <a:pPr marL="0" lvl="0" indent="0" algn="l" rtl="0">
                        <a:lnSpc>
                          <a:spcPct val="150000"/>
                        </a:lnSpc>
                        <a:spcBef>
                          <a:spcPts val="1200"/>
                        </a:spcBef>
                        <a:spcAft>
                          <a:spcPts val="0"/>
                        </a:spcAft>
                        <a:buNone/>
                      </a:pPr>
                      <a:r>
                        <a:rPr lang="en-US" sz="1200" i="1">
                          <a:solidFill>
                            <a:srgbClr val="FF0000"/>
                          </a:solidFill>
                          <a:latin typeface="Open Sans"/>
                          <a:ea typeface="Open Sans"/>
                          <a:cs typeface="Open Sans"/>
                          <a:sym typeface="Open Sans"/>
                        </a:rPr>
                        <a:t>[Service name]</a:t>
                      </a:r>
                      <a:endParaRPr sz="1200" i="1">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i="1">
                          <a:solidFill>
                            <a:srgbClr val="FF0000"/>
                          </a:solidFill>
                          <a:latin typeface="Open Sans"/>
                          <a:ea typeface="Open Sans"/>
                          <a:cs typeface="Open Sans"/>
                          <a:sym typeface="Open Sans"/>
                        </a:rPr>
                        <a:t>[1-2 sentence justification]</a:t>
                      </a:r>
                      <a:endParaRPr sz="1200" i="1">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r h="0">
                <a:tc>
                  <a:txBody>
                    <a:bodyPr/>
                    <a:lstStyle/>
                    <a:p>
                      <a:r>
                        <a:rPr lang="en-US" sz="1200" dirty="0" smtClean="0">
                          <a:solidFill>
                            <a:srgbClr val="FF0000"/>
                          </a:solidFill>
                        </a:rPr>
                        <a:t>Windows Defender Antivirus Service</a:t>
                      </a:r>
                      <a:endParaRPr lang="en-US" sz="1200" dirty="0">
                        <a:solidFill>
                          <a:srgbClr val="FF0000"/>
                        </a:solidFill>
                      </a:endParaRPr>
                    </a:p>
                  </a:txBody>
                  <a:tcPr marL="91425" marR="91425" marT="91425" marB="91425"/>
                </a:tc>
                <a:tc>
                  <a:txBody>
                    <a:bodyPr/>
                    <a:lstStyle/>
                    <a:p>
                      <a:r>
                        <a:rPr lang="en-US" sz="1200" dirty="0" smtClean="0">
                          <a:solidFill>
                            <a:srgbClr val="FF0000"/>
                          </a:solidFill>
                        </a:rPr>
                        <a:t>(essential for malware protection)</a:t>
                      </a:r>
                      <a:endParaRPr lang="en-US" sz="1200" dirty="0" smtClean="0">
                        <a:solidFill>
                          <a:srgbClr val="FF0000"/>
                        </a:solidFill>
                      </a:endParaRPr>
                    </a:p>
                  </a:txBody>
                  <a:tcPr marL="91425" marR="91425" marT="91425" marB="91425"/>
                </a:tc>
                <a:extLst>
                  <a:ext uri="{0D108BD9-81ED-4DB2-BD59-A6C34878D82A}">
                    <a16:rowId xmlns:a16="http://schemas.microsoft.com/office/drawing/2014/main" val="10003"/>
                  </a:ext>
                </a:extLst>
              </a:tr>
              <a:tr h="0">
                <a:tc>
                  <a:txBody>
                    <a:bodyPr/>
                    <a:lstStyle/>
                    <a:p>
                      <a:r>
                        <a:rPr lang="en-US" sz="1200" dirty="0" smtClean="0">
                          <a:solidFill>
                            <a:srgbClr val="FF0000"/>
                          </a:solidFill>
                        </a:rPr>
                        <a:t>Windows Event Log</a:t>
                      </a:r>
                      <a:endParaRPr lang="en-US" sz="1200" dirty="0">
                        <a:solidFill>
                          <a:srgbClr val="FF0000"/>
                        </a:solidFill>
                      </a:endParaRPr>
                    </a:p>
                  </a:txBody>
                  <a:tcPr marL="91425" marR="91425" marT="91425" marB="91425"/>
                </a:tc>
                <a:tc>
                  <a:txBody>
                    <a:bodyPr/>
                    <a:lstStyle/>
                    <a:p>
                      <a:r>
                        <a:rPr lang="en-US" sz="1200" dirty="0" smtClean="0">
                          <a:solidFill>
                            <a:srgbClr val="FF0000"/>
                          </a:solidFill>
                        </a:rPr>
                        <a:t>(critical for security monitoring)</a:t>
                      </a:r>
                      <a:endParaRPr lang="en-US" sz="1200" dirty="0">
                        <a:solidFill>
                          <a:srgbClr val="FF0000"/>
                        </a:solidFill>
                      </a:endParaRPr>
                    </a:p>
                  </a:txBody>
                  <a:tcPr marL="91425" marR="91425" marT="91425" marB="91425"/>
                </a:tc>
                <a:extLst>
                  <a:ext uri="{0D108BD9-81ED-4DB2-BD59-A6C34878D82A}">
                    <a16:rowId xmlns:a16="http://schemas.microsoft.com/office/drawing/2014/main" val="10004"/>
                  </a:ext>
                </a:extLst>
              </a:tr>
            </a:tbl>
          </a:graphicData>
        </a:graphic>
      </p:graphicFrame>
      <p:graphicFrame>
        <p:nvGraphicFramePr>
          <p:cNvPr id="243" name="Google Shape;243;p55"/>
          <p:cNvGraphicFramePr/>
          <p:nvPr>
            <p:extLst>
              <p:ext uri="{D42A27DB-BD31-4B8C-83A1-F6EECF244321}">
                <p14:modId xmlns:p14="http://schemas.microsoft.com/office/powerpoint/2010/main" val="1401982853"/>
              </p:ext>
            </p:extLst>
          </p:nvPr>
        </p:nvGraphicFramePr>
        <p:xfrm>
          <a:off x="369975" y="5701475"/>
          <a:ext cx="6655500" cy="2422948"/>
        </p:xfrm>
        <a:graphic>
          <a:graphicData uri="http://schemas.openxmlformats.org/drawingml/2006/table">
            <a:tbl>
              <a:tblPr>
                <a:noFill/>
                <a:tableStyleId>{764F3631-8F58-4481-B3CA-94ADB499B159}</a:tableStyleId>
              </a:tblPr>
              <a:tblGrid>
                <a:gridCol w="3155250">
                  <a:extLst>
                    <a:ext uri="{9D8B030D-6E8A-4147-A177-3AD203B41FA5}">
                      <a16:colId xmlns:a16="http://schemas.microsoft.com/office/drawing/2014/main" val="20000"/>
                    </a:ext>
                  </a:extLst>
                </a:gridCol>
                <a:gridCol w="3500250">
                  <a:extLst>
                    <a:ext uri="{9D8B030D-6E8A-4147-A177-3AD203B41FA5}">
                      <a16:colId xmlns:a16="http://schemas.microsoft.com/office/drawing/2014/main" val="20001"/>
                    </a:ext>
                  </a:extLst>
                </a:gridCol>
              </a:tblGrid>
              <a:tr h="346150">
                <a:tc gridSpan="2">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Services that should NOT run</a:t>
                      </a:r>
                      <a:endParaRPr sz="1600">
                        <a:solidFill>
                          <a:srgbClr val="FF0000"/>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Service name</a:t>
                      </a:r>
                      <a:endParaRPr sz="1600">
                        <a:solidFill>
                          <a:srgbClr val="FF0000"/>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600">
                          <a:solidFill>
                            <a:srgbClr val="FF0000"/>
                          </a:solidFill>
                          <a:latin typeface="Open Sans"/>
                          <a:ea typeface="Open Sans"/>
                          <a:cs typeface="Open Sans"/>
                          <a:sym typeface="Open Sans"/>
                        </a:rPr>
                        <a:t>Reason</a:t>
                      </a:r>
                      <a:endParaRPr sz="1600">
                        <a:solidFill>
                          <a:srgbClr val="FF0000"/>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50000"/>
                        </a:lnSpc>
                        <a:spcBef>
                          <a:spcPts val="1200"/>
                        </a:spcBef>
                        <a:spcAft>
                          <a:spcPts val="0"/>
                        </a:spcAft>
                        <a:buNone/>
                      </a:pPr>
                      <a:r>
                        <a:rPr lang="en-US" sz="1200" i="1">
                          <a:solidFill>
                            <a:srgbClr val="FF0000"/>
                          </a:solidFill>
                          <a:latin typeface="Open Sans"/>
                          <a:ea typeface="Open Sans"/>
                          <a:cs typeface="Open Sans"/>
                          <a:sym typeface="Open Sans"/>
                        </a:rPr>
                        <a:t>[Service name]</a:t>
                      </a:r>
                      <a:endParaRPr sz="1200" i="1">
                        <a:solidFill>
                          <a:srgbClr val="FF0000"/>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i="1">
                          <a:solidFill>
                            <a:srgbClr val="FF0000"/>
                          </a:solidFill>
                          <a:latin typeface="Open Sans"/>
                          <a:ea typeface="Open Sans"/>
                          <a:cs typeface="Open Sans"/>
                          <a:sym typeface="Open Sans"/>
                        </a:rPr>
                        <a:t>[1-2 sentence justification]</a:t>
                      </a:r>
                      <a:endParaRPr sz="1200" i="1">
                        <a:solidFill>
                          <a:srgbClr val="FF0000"/>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50000"/>
                        </a:lnSpc>
                        <a:spcBef>
                          <a:spcPts val="1200"/>
                        </a:spcBef>
                        <a:spcAft>
                          <a:spcPts val="0"/>
                        </a:spcAft>
                        <a:buNone/>
                      </a:pPr>
                      <a:r>
                        <a:rPr lang="en-US" sz="1200" dirty="0" smtClean="0">
                          <a:solidFill>
                            <a:srgbClr val="FF0000"/>
                          </a:solidFill>
                        </a:rPr>
                        <a:t>Telnet </a:t>
                      </a:r>
                      <a:endParaRPr sz="1200" dirty="0">
                        <a:solidFill>
                          <a:srgbClr val="FF0000"/>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200" dirty="0" smtClean="0">
                          <a:solidFill>
                            <a:srgbClr val="FF0000"/>
                          </a:solidFill>
                        </a:rPr>
                        <a:t>(unencrypted, security risk - use SSH instead)</a:t>
                      </a:r>
                      <a:endParaRPr sz="1200" dirty="0">
                        <a:solidFill>
                          <a:srgbClr val="FF0000"/>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r h="0">
                <a:tc>
                  <a:txBody>
                    <a:bodyPr/>
                    <a:lstStyle/>
                    <a:p>
                      <a:pPr marL="0" lvl="0" indent="0" algn="l" rtl="0">
                        <a:lnSpc>
                          <a:spcPct val="150000"/>
                        </a:lnSpc>
                        <a:spcBef>
                          <a:spcPts val="1200"/>
                        </a:spcBef>
                        <a:spcAft>
                          <a:spcPts val="0"/>
                        </a:spcAft>
                        <a:buNone/>
                      </a:pPr>
                      <a:r>
                        <a:rPr lang="en-US" sz="1200" dirty="0" smtClean="0">
                          <a:solidFill>
                            <a:srgbClr val="FF0000"/>
                          </a:solidFill>
                        </a:rPr>
                        <a:t>Remote Registry</a:t>
                      </a:r>
                      <a:endParaRPr sz="1200" dirty="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dirty="0" smtClean="0">
                          <a:solidFill>
                            <a:srgbClr val="FF0000"/>
                          </a:solidFill>
                        </a:rPr>
                        <a:t>(allows remote registry modification, attack vector)</a:t>
                      </a: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56"/>
          <p:cNvSpPr txBox="1">
            <a:spLocks noGrp="1"/>
          </p:cNvSpPr>
          <p:nvPr>
            <p:ph type="title"/>
          </p:nvPr>
        </p:nvSpPr>
        <p:spPr>
          <a:xfrm>
            <a:off x="372895" y="877696"/>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3. Firewall Rules - Instructions </a:t>
            </a:r>
            <a:endParaRPr/>
          </a:p>
        </p:txBody>
      </p:sp>
      <p:graphicFrame>
        <p:nvGraphicFramePr>
          <p:cNvPr id="249" name="Google Shape;249;p56"/>
          <p:cNvGraphicFramePr/>
          <p:nvPr/>
        </p:nvGraphicFramePr>
        <p:xfrm>
          <a:off x="372900" y="1997587"/>
          <a:ext cx="7026600" cy="6492210"/>
        </p:xfrm>
        <a:graphic>
          <a:graphicData uri="http://schemas.openxmlformats.org/drawingml/2006/table">
            <a:tbl>
              <a:tblPr>
                <a:noFill/>
                <a:tableStyleId>{7BFB13BF-DCB7-483A-8622-30FCAF4F124B}</a:tableStyleId>
              </a:tblPr>
              <a:tblGrid>
                <a:gridCol w="160500">
                  <a:extLst>
                    <a:ext uri="{9D8B030D-6E8A-4147-A177-3AD203B41FA5}">
                      <a16:colId xmlns:a16="http://schemas.microsoft.com/office/drawing/2014/main" val="20000"/>
                    </a:ext>
                  </a:extLst>
                </a:gridCol>
                <a:gridCol w="2288700">
                  <a:extLst>
                    <a:ext uri="{9D8B030D-6E8A-4147-A177-3AD203B41FA5}">
                      <a16:colId xmlns:a16="http://schemas.microsoft.com/office/drawing/2014/main" val="20001"/>
                    </a:ext>
                  </a:extLst>
                </a:gridCol>
                <a:gridCol w="2288700">
                  <a:extLst>
                    <a:ext uri="{9D8B030D-6E8A-4147-A177-3AD203B41FA5}">
                      <a16:colId xmlns:a16="http://schemas.microsoft.com/office/drawing/2014/main" val="20002"/>
                    </a:ext>
                  </a:extLst>
                </a:gridCol>
                <a:gridCol w="2288700">
                  <a:extLst>
                    <a:ext uri="{9D8B030D-6E8A-4147-A177-3AD203B41FA5}">
                      <a16:colId xmlns:a16="http://schemas.microsoft.com/office/drawing/2014/main" val="20003"/>
                    </a:ext>
                  </a:extLst>
                </a:gridCol>
              </a:tblGrid>
              <a:tr h="844400">
                <a:tc gridSpan="4">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DFI does not have a dedicated networking department just yet, once again these tasks normally fall under the SysAdmin group. Now that we have you as a security professional, you'll take over the creation of our firewall rules. We recently entered into a new partnership and require new IP connections. </a:t>
                      </a:r>
                      <a:endParaRPr sz="1400" u="none" strike="noStrike" cap="none"/>
                    </a:p>
                    <a:p>
                      <a:pPr marL="0" marR="0" lvl="0" indent="0" algn="l" rtl="0">
                        <a:lnSpc>
                          <a:spcPct val="115000"/>
                        </a:lnSpc>
                        <a:spcBef>
                          <a:spcPts val="0"/>
                        </a:spcBef>
                        <a:spcAft>
                          <a:spcPts val="0"/>
                        </a:spcAft>
                        <a:buClr>
                          <a:schemeClr val="dk1"/>
                        </a:buClr>
                        <a:buSzPts val="1800"/>
                        <a:buFont typeface="Open Sans"/>
                        <a:buNone/>
                      </a:pPr>
                      <a:r>
                        <a:rPr lang="en-US" sz="1800" b="1" u="none" strike="noStrike" cap="none">
                          <a:latin typeface="Open Sans"/>
                          <a:ea typeface="Open Sans"/>
                          <a:cs typeface="Open Sans"/>
                          <a:sym typeface="Open Sans"/>
                        </a:rPr>
                        <a:t>Using Cisco syntax</a:t>
                      </a:r>
                      <a:r>
                        <a:rPr lang="en-US" sz="1800" u="none" strike="noStrike" cap="none">
                          <a:latin typeface="Open Sans"/>
                          <a:ea typeface="Open Sans"/>
                          <a:cs typeface="Open Sans"/>
                          <a:sym typeface="Open Sans"/>
                        </a:rPr>
                        <a:t>, create the text of a firewall rule allowing a new DFI partner WBC International, access to DFI-File-001 &amp; DFI-File-002  access via port tcp-9082.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first partner's IP is 21.19.241.63 and DFI-File-001's IP is 172.21.30.44. </a:t>
                      </a:r>
                      <a:endParaRPr sz="1400" u="none" strike="noStrike" cap="none"/>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second partner's IP is 21.19.241.64 and DFI-File-002's IP is 172.21.30.45.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For this exercise assume the two IP objects </a:t>
                      </a:r>
                      <a:r>
                        <a:rPr lang="en-US" sz="1800" b="1" u="none" strike="noStrike" cap="none"/>
                        <a:t>have not</a:t>
                      </a:r>
                      <a:r>
                        <a:rPr lang="en-US" sz="1800" u="none" strike="noStrike" cap="none">
                          <a:latin typeface="Open Sans"/>
                          <a:ea typeface="Open Sans"/>
                          <a:cs typeface="Open Sans"/>
                          <a:sym typeface="Open Sans"/>
                        </a:rPr>
                        <a:t> been created in the firewall. Use </a:t>
                      </a:r>
                      <a:r>
                        <a:rPr lang="en-US" sz="1800" i="1" u="none" strike="noStrike" cap="none"/>
                        <a:t>DFI-Ingress</a:t>
                      </a:r>
                      <a:r>
                        <a:rPr lang="en-US" sz="1800" u="none" strike="noStrike" cap="none">
                          <a:latin typeface="Open Sans"/>
                          <a:ea typeface="Open Sans"/>
                          <a:cs typeface="Open Sans"/>
                          <a:sym typeface="Open Sans"/>
                        </a:rPr>
                        <a:t> as the interface for the rule. For documentation purposes, please explain in 2-3 sentences the syntax for non-technical management on the change control board that meets weekly. Write the text of your firewall rule and explanation on the next slide. </a:t>
                      </a:r>
                      <a:endParaRPr sz="1400" u="none" strike="noStrike" cap="none"/>
                    </a:p>
                  </a:txBody>
                  <a:tcPr marL="91425" marR="91425" marT="91425" marB="91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57"/>
          <p:cNvSpPr txBox="1">
            <a:spLocks noGrp="1"/>
          </p:cNvSpPr>
          <p:nvPr>
            <p:ph type="title"/>
          </p:nvPr>
        </p:nvSpPr>
        <p:spPr>
          <a:xfrm>
            <a:off x="372895" y="877696"/>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3. Firewall Rules - Evidence </a:t>
            </a:r>
            <a:endParaRPr/>
          </a:p>
        </p:txBody>
      </p:sp>
      <p:graphicFrame>
        <p:nvGraphicFramePr>
          <p:cNvPr id="255" name="Google Shape;255;p57"/>
          <p:cNvGraphicFramePr/>
          <p:nvPr>
            <p:extLst>
              <p:ext uri="{D42A27DB-BD31-4B8C-83A1-F6EECF244321}">
                <p14:modId xmlns:p14="http://schemas.microsoft.com/office/powerpoint/2010/main" val="3189358612"/>
              </p:ext>
            </p:extLst>
          </p:nvPr>
        </p:nvGraphicFramePr>
        <p:xfrm>
          <a:off x="372895" y="1997596"/>
          <a:ext cx="6655500" cy="6565443"/>
        </p:xfrm>
        <a:graphic>
          <a:graphicData uri="http://schemas.openxmlformats.org/drawingml/2006/table">
            <a:tbl>
              <a:tblPr>
                <a:noFill/>
                <a:tableStyleId>{764F3631-8F58-4481-B3CA-94ADB499B159}</a:tableStyleId>
              </a:tblPr>
              <a:tblGrid>
                <a:gridCol w="6655500">
                  <a:extLst>
                    <a:ext uri="{9D8B030D-6E8A-4147-A177-3AD203B41FA5}">
                      <a16:colId xmlns:a16="http://schemas.microsoft.com/office/drawing/2014/main" val="20000"/>
                    </a:ext>
                  </a:extLst>
                </a:gridCol>
              </a:tblGrid>
              <a:tr h="481600">
                <a:tc>
                  <a:txBody>
                    <a:bodyPr/>
                    <a:lstStyle/>
                    <a:p>
                      <a:pPr marL="0" lvl="0" indent="0" algn="ctr" rtl="0">
                        <a:lnSpc>
                          <a:spcPct val="150000"/>
                        </a:lnSpc>
                        <a:spcBef>
                          <a:spcPts val="1200"/>
                        </a:spcBef>
                        <a:spcAft>
                          <a:spcPts val="0"/>
                        </a:spcAft>
                        <a:buNone/>
                      </a:pPr>
                      <a:r>
                        <a:rPr lang="en-US" sz="2000">
                          <a:solidFill>
                            <a:srgbClr val="FF0000"/>
                          </a:solidFill>
                          <a:latin typeface="Open Sans"/>
                          <a:ea typeface="Open Sans"/>
                          <a:cs typeface="Open Sans"/>
                          <a:sym typeface="Open Sans"/>
                        </a:rPr>
                        <a:t>Firewall Rule</a:t>
                      </a:r>
                      <a:endParaRPr sz="200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2678506">
                <a:tc>
                  <a:txBody>
                    <a:bodyPr/>
                    <a:lstStyle/>
                    <a:p>
                      <a:pPr marL="0" lvl="0" indent="0" algn="l" rtl="0">
                        <a:lnSpc>
                          <a:spcPct val="150000"/>
                        </a:lnSpc>
                        <a:spcBef>
                          <a:spcPts val="1200"/>
                        </a:spcBef>
                        <a:spcAft>
                          <a:spcPts val="0"/>
                        </a:spcAft>
                        <a:buNone/>
                      </a:pPr>
                      <a:r>
                        <a:rPr lang="en-US" sz="1600" dirty="0">
                          <a:solidFill>
                            <a:srgbClr val="FF0000"/>
                          </a:solidFill>
                          <a:latin typeface="Open Sans"/>
                          <a:ea typeface="Open Sans"/>
                          <a:cs typeface="Open Sans"/>
                          <a:sym typeface="Open Sans"/>
                        </a:rPr>
                        <a:t>[Write the CISCO firewall rule here</a:t>
                      </a:r>
                      <a:r>
                        <a:rPr lang="en-US" sz="1600" dirty="0" smtClean="0">
                          <a:solidFill>
                            <a:srgbClr val="FF0000"/>
                          </a:solidFill>
                          <a:latin typeface="Open Sans"/>
                          <a:ea typeface="Open Sans"/>
                          <a:cs typeface="Open Sans"/>
                          <a:sym typeface="Open Sans"/>
                        </a:rPr>
                        <a:t>]</a:t>
                      </a:r>
                      <a:br>
                        <a:rPr lang="en-US" sz="1600" dirty="0" smtClean="0">
                          <a:solidFill>
                            <a:srgbClr val="FF0000"/>
                          </a:solidFill>
                          <a:latin typeface="Open Sans"/>
                          <a:ea typeface="Open Sans"/>
                          <a:cs typeface="Open Sans"/>
                          <a:sym typeface="Open Sans"/>
                        </a:rPr>
                      </a:br>
                      <a:r>
                        <a:rPr lang="en-US" sz="1600" dirty="0" smtClean="0">
                          <a:solidFill>
                            <a:srgbClr val="FF0000"/>
                          </a:solidFill>
                        </a:rPr>
                        <a:t>! Allow WBC International access to DFI-File servers access-list DFI-INGRESS extended permit </a:t>
                      </a:r>
                      <a:r>
                        <a:rPr lang="en-US" sz="1600" dirty="0" err="1" smtClean="0">
                          <a:solidFill>
                            <a:srgbClr val="FF0000"/>
                          </a:solidFill>
                        </a:rPr>
                        <a:t>tcp</a:t>
                      </a:r>
                      <a:r>
                        <a:rPr lang="en-US" sz="1600" dirty="0" smtClean="0">
                          <a:solidFill>
                            <a:srgbClr val="FF0000"/>
                          </a:solidFill>
                        </a:rPr>
                        <a:t> host 192.168.100.50 host 172.21.30.44 </a:t>
                      </a:r>
                      <a:r>
                        <a:rPr lang="en-US" sz="1600" dirty="0" err="1" smtClean="0">
                          <a:solidFill>
                            <a:srgbClr val="FF0000"/>
                          </a:solidFill>
                        </a:rPr>
                        <a:t>eq</a:t>
                      </a:r>
                      <a:r>
                        <a:rPr lang="en-US" sz="1600" dirty="0" smtClean="0">
                          <a:solidFill>
                            <a:srgbClr val="FF0000"/>
                          </a:solidFill>
                        </a:rPr>
                        <a:t> 9082 access-list DFI-INGRESS extended permit </a:t>
                      </a:r>
                      <a:r>
                        <a:rPr lang="en-US" sz="1600" dirty="0" err="1" smtClean="0">
                          <a:solidFill>
                            <a:srgbClr val="FF0000"/>
                          </a:solidFill>
                        </a:rPr>
                        <a:t>tcp</a:t>
                      </a:r>
                      <a:r>
                        <a:rPr lang="en-US" sz="1600" dirty="0" smtClean="0">
                          <a:solidFill>
                            <a:srgbClr val="FF0000"/>
                          </a:solidFill>
                        </a:rPr>
                        <a:t> host 192.168.100.50 host 172.21.30.45 </a:t>
                      </a:r>
                      <a:r>
                        <a:rPr lang="en-US" sz="1600" dirty="0" err="1" smtClean="0">
                          <a:solidFill>
                            <a:srgbClr val="FF0000"/>
                          </a:solidFill>
                        </a:rPr>
                        <a:t>eq</a:t>
                      </a:r>
                      <a:r>
                        <a:rPr lang="en-US" sz="1600" dirty="0" smtClean="0">
                          <a:solidFill>
                            <a:srgbClr val="FF0000"/>
                          </a:solidFill>
                        </a:rPr>
                        <a:t> 9082 access-list DFI-INGRESS extended deny </a:t>
                      </a:r>
                      <a:r>
                        <a:rPr lang="en-US" sz="1600" dirty="0" err="1" smtClean="0">
                          <a:solidFill>
                            <a:srgbClr val="FF0000"/>
                          </a:solidFill>
                        </a:rPr>
                        <a:t>ip</a:t>
                      </a:r>
                      <a:r>
                        <a:rPr lang="en-US" sz="1600" dirty="0" smtClean="0">
                          <a:solidFill>
                            <a:srgbClr val="FF0000"/>
                          </a:solidFill>
                        </a:rPr>
                        <a:t> any </a:t>
                      </a:r>
                      <a:r>
                        <a:rPr lang="en-US" sz="1600" dirty="0" err="1" smtClean="0">
                          <a:solidFill>
                            <a:srgbClr val="FF0000"/>
                          </a:solidFill>
                        </a:rPr>
                        <a:t>any</a:t>
                      </a:r>
                      <a:r>
                        <a:rPr lang="en-US" sz="1600" dirty="0" smtClean="0">
                          <a:solidFill>
                            <a:srgbClr val="FF0000"/>
                          </a:solidFill>
                        </a:rPr>
                        <a:t> log</a:t>
                      </a:r>
                      <a:endParaRPr sz="16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0">
                <a:tc>
                  <a:txBody>
                    <a:bodyPr/>
                    <a:lstStyle/>
                    <a:p>
                      <a:pPr marL="0" lvl="0" indent="0" algn="ctr" rtl="0">
                        <a:lnSpc>
                          <a:spcPct val="150000"/>
                        </a:lnSpc>
                        <a:spcBef>
                          <a:spcPts val="1200"/>
                        </a:spcBef>
                        <a:spcAft>
                          <a:spcPts val="0"/>
                        </a:spcAft>
                        <a:buNone/>
                      </a:pPr>
                      <a:r>
                        <a:rPr lang="en-US" sz="2000">
                          <a:solidFill>
                            <a:srgbClr val="FF0000"/>
                          </a:solidFill>
                          <a:latin typeface="Open Sans"/>
                          <a:ea typeface="Open Sans"/>
                          <a:cs typeface="Open Sans"/>
                          <a:sym typeface="Open Sans"/>
                        </a:rPr>
                        <a:t>Explanation</a:t>
                      </a:r>
                      <a:endParaRPr sz="200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r h="1873575">
                <a:tc>
                  <a:txBody>
                    <a:bodyPr/>
                    <a:lstStyle/>
                    <a:p>
                      <a:pPr marL="0" lvl="0" indent="0" algn="l" rtl="0">
                        <a:lnSpc>
                          <a:spcPct val="150000"/>
                        </a:lnSpc>
                        <a:spcBef>
                          <a:spcPts val="1200"/>
                        </a:spcBef>
                        <a:spcAft>
                          <a:spcPts val="0"/>
                        </a:spcAft>
                        <a:buNone/>
                      </a:pPr>
                      <a:r>
                        <a:rPr lang="en-US" sz="1600" dirty="0">
                          <a:solidFill>
                            <a:srgbClr val="FF0000"/>
                          </a:solidFill>
                          <a:latin typeface="Open Sans"/>
                          <a:ea typeface="Open Sans"/>
                          <a:cs typeface="Open Sans"/>
                          <a:sym typeface="Open Sans"/>
                        </a:rPr>
                        <a:t>[Write the high-level explanation of the rule</a:t>
                      </a:r>
                      <a:r>
                        <a:rPr lang="en-US" sz="1600" dirty="0" smtClean="0">
                          <a:solidFill>
                            <a:srgbClr val="FF0000"/>
                          </a:solidFill>
                          <a:latin typeface="Open Sans"/>
                          <a:ea typeface="Open Sans"/>
                          <a:cs typeface="Open Sans"/>
                          <a:sym typeface="Open Sans"/>
                        </a:rPr>
                        <a:t>]</a:t>
                      </a:r>
                      <a:br>
                        <a:rPr lang="en-US" sz="1600" dirty="0" smtClean="0">
                          <a:solidFill>
                            <a:srgbClr val="FF0000"/>
                          </a:solidFill>
                          <a:latin typeface="Open Sans"/>
                          <a:ea typeface="Open Sans"/>
                          <a:cs typeface="Open Sans"/>
                          <a:sym typeface="Open Sans"/>
                        </a:rPr>
                      </a:br>
                      <a:r>
                        <a:rPr lang="en-US" sz="1600" dirty="0" smtClean="0">
                          <a:solidFill>
                            <a:srgbClr val="FF0000"/>
                          </a:solidFill>
                          <a:latin typeface="Open Sans"/>
                          <a:ea typeface="Open Sans"/>
                          <a:cs typeface="Open Sans"/>
                          <a:sym typeface="Open Sans"/>
                        </a:rPr>
                        <a:t>"These firewall rules grant our partner WBC International secure access to DFI-File-001 and DFI-File-002 servers exclusively via port 9082. The rules are specific to WBC's IP address and restrict all other traffic, implementing the principle of least privilege. This ensures secure business collaboration while maintaining our network security posture."</a:t>
                      </a:r>
                      <a:endParaRPr sz="16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8"/>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Autofit/>
          </a:bodyPr>
          <a:lstStyle/>
          <a:p>
            <a:pPr marL="0" lvl="0" indent="0" algn="l" rtl="0">
              <a:lnSpc>
                <a:spcPct val="115000"/>
              </a:lnSpc>
              <a:spcBef>
                <a:spcPts val="0"/>
              </a:spcBef>
              <a:spcAft>
                <a:spcPts val="0"/>
              </a:spcAft>
              <a:buClr>
                <a:srgbClr val="02B3E4"/>
              </a:buClr>
              <a:buSzPts val="2816"/>
              <a:buFont typeface="Open Sans Light"/>
              <a:buNone/>
            </a:pPr>
            <a:r>
              <a:rPr lang="en-US" sz="3200">
                <a:solidFill>
                  <a:srgbClr val="02B3E4"/>
                </a:solidFill>
                <a:latin typeface="Open Sans Light"/>
                <a:ea typeface="Open Sans Light"/>
                <a:cs typeface="Open Sans Light"/>
                <a:sym typeface="Open Sans Light"/>
              </a:rPr>
              <a:t>4. VPN Encryption Recommendation</a:t>
            </a:r>
            <a:br>
              <a:rPr lang="en-US" sz="3200">
                <a:solidFill>
                  <a:srgbClr val="02B3E4"/>
                </a:solidFill>
                <a:latin typeface="Open Sans Light"/>
                <a:ea typeface="Open Sans Light"/>
                <a:cs typeface="Open Sans Light"/>
                <a:sym typeface="Open Sans Light"/>
              </a:rPr>
            </a:br>
            <a:r>
              <a:rPr lang="en-US" sz="3200">
                <a:solidFill>
                  <a:srgbClr val="02B3E4"/>
                </a:solidFill>
                <a:latin typeface="Open Sans Light"/>
                <a:ea typeface="Open Sans Light"/>
                <a:cs typeface="Open Sans Light"/>
                <a:sym typeface="Open Sans Light"/>
              </a:rPr>
              <a:t>Instructions and Evidence</a:t>
            </a:r>
            <a:endParaRPr sz="3200"/>
          </a:p>
        </p:txBody>
      </p:sp>
      <p:graphicFrame>
        <p:nvGraphicFramePr>
          <p:cNvPr id="261" name="Google Shape;261;p58"/>
          <p:cNvGraphicFramePr/>
          <p:nvPr/>
        </p:nvGraphicFramePr>
        <p:xfrm>
          <a:off x="372887" y="2081188"/>
          <a:ext cx="7026625" cy="2075658"/>
        </p:xfrm>
        <a:graphic>
          <a:graphicData uri="http://schemas.openxmlformats.org/drawingml/2006/table">
            <a:tbl>
              <a:tblPr>
                <a:noFill/>
                <a:tableStyleId>{7BFB13BF-DCB7-483A-8622-30FCAF4F124B}</a:tableStyleId>
              </a:tblPr>
              <a:tblGrid>
                <a:gridCol w="238025">
                  <a:extLst>
                    <a:ext uri="{9D8B030D-6E8A-4147-A177-3AD203B41FA5}">
                      <a16:colId xmlns:a16="http://schemas.microsoft.com/office/drawing/2014/main" val="20000"/>
                    </a:ext>
                  </a:extLst>
                </a:gridCol>
                <a:gridCol w="3394300">
                  <a:extLst>
                    <a:ext uri="{9D8B030D-6E8A-4147-A177-3AD203B41FA5}">
                      <a16:colId xmlns:a16="http://schemas.microsoft.com/office/drawing/2014/main" val="20001"/>
                    </a:ext>
                  </a:extLst>
                </a:gridCol>
                <a:gridCol w="3394300">
                  <a:extLst>
                    <a:ext uri="{9D8B030D-6E8A-4147-A177-3AD203B41FA5}">
                      <a16:colId xmlns:a16="http://schemas.microsoft.com/office/drawing/2014/main" val="20002"/>
                    </a:ext>
                  </a:extLst>
                </a:gridCol>
              </a:tblGrid>
              <a:tr h="1141600">
                <a:tc gridSpan="3">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DFI is creating a payroll processing partnership with Payroll-USA, this will involve creating a VPN connection between the two. Research, and in in 3 to 5 sentences, recommend and justify an encryption solution for the connection that is using the latest available encryption for Cisco. Use the </a:t>
                      </a:r>
                      <a:r>
                        <a:rPr lang="en-US" sz="1800" u="sng" strike="noStrike" cap="none">
                          <a:solidFill>
                            <a:schemeClr val="accent5"/>
                          </a:solidFill>
                          <a:hlinkClick r:id="rId3">
                            <a:extLst>
                              <a:ext uri="{A12FA001-AC4F-418D-AE19-62706E023703}">
                                <ahyp:hlinkClr xmlns:ahyp="http://schemas.microsoft.com/office/drawing/2018/hyperlinkcolor" xmlns="" val="tx"/>
                              </a:ext>
                            </a:extLst>
                          </a:hlinkClick>
                        </a:rPr>
                        <a:t>Cisco documentation</a:t>
                      </a:r>
                      <a:r>
                        <a:rPr lang="en-US" sz="1800" u="none" strike="noStrike" cap="none">
                          <a:latin typeface="Open Sans"/>
                          <a:ea typeface="Open Sans"/>
                          <a:cs typeface="Open Sans"/>
                          <a:sym typeface="Open Sans"/>
                        </a:rPr>
                        <a:t> as a guide</a:t>
                      </a:r>
                      <a:endParaRPr sz="1400" u="none" strike="noStrike" cap="none"/>
                    </a:p>
                  </a:txBody>
                  <a:tcPr marL="91425" marR="91425" marT="91425" marB="914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graphicFrame>
        <p:nvGraphicFramePr>
          <p:cNvPr id="262" name="Google Shape;262;p58"/>
          <p:cNvGraphicFramePr/>
          <p:nvPr>
            <p:extLst>
              <p:ext uri="{D42A27DB-BD31-4B8C-83A1-F6EECF244321}">
                <p14:modId xmlns:p14="http://schemas.microsoft.com/office/powerpoint/2010/main" val="2035892212"/>
              </p:ext>
            </p:extLst>
          </p:nvPr>
        </p:nvGraphicFramePr>
        <p:xfrm>
          <a:off x="369975" y="4391625"/>
          <a:ext cx="7026625" cy="5081865"/>
        </p:xfrm>
        <a:graphic>
          <a:graphicData uri="http://schemas.openxmlformats.org/drawingml/2006/table">
            <a:tbl>
              <a:tblPr>
                <a:noFill/>
                <a:tableStyleId>{764F3631-8F58-4481-B3CA-94ADB499B159}</a:tableStyleId>
              </a:tblPr>
              <a:tblGrid>
                <a:gridCol w="3535400">
                  <a:extLst>
                    <a:ext uri="{9D8B030D-6E8A-4147-A177-3AD203B41FA5}">
                      <a16:colId xmlns:a16="http://schemas.microsoft.com/office/drawing/2014/main" val="20000"/>
                    </a:ext>
                  </a:extLst>
                </a:gridCol>
                <a:gridCol w="3491225">
                  <a:extLst>
                    <a:ext uri="{9D8B030D-6E8A-4147-A177-3AD203B41FA5}">
                      <a16:colId xmlns:a16="http://schemas.microsoft.com/office/drawing/2014/main" val="20002"/>
                    </a:ext>
                  </a:extLst>
                </a:gridCol>
              </a:tblGrid>
              <a:tr h="921375">
                <a:tc>
                  <a:txBody>
                    <a:bodyPr/>
                    <a:lstStyle/>
                    <a:p>
                      <a:pPr marL="0" lvl="0" indent="0" algn="ctr" rtl="0">
                        <a:lnSpc>
                          <a:spcPct val="150000"/>
                        </a:lnSpc>
                        <a:spcBef>
                          <a:spcPts val="1200"/>
                        </a:spcBef>
                        <a:spcAft>
                          <a:spcPts val="0"/>
                        </a:spcAft>
                        <a:buNone/>
                      </a:pPr>
                      <a:r>
                        <a:rPr lang="en-US" sz="1400">
                          <a:solidFill>
                            <a:srgbClr val="FF0000"/>
                          </a:solidFill>
                          <a:latin typeface="Open Sans"/>
                          <a:ea typeface="Open Sans"/>
                          <a:cs typeface="Open Sans"/>
                          <a:sym typeface="Open Sans"/>
                        </a:rPr>
                        <a:t>Chosen encryption:</a:t>
                      </a:r>
                      <a:endParaRPr sz="1400">
                        <a:solidFill>
                          <a:srgbClr val="FF0000"/>
                        </a:solidFill>
                        <a:latin typeface="Open Sans"/>
                        <a:ea typeface="Open Sans"/>
                        <a:cs typeface="Open Sans"/>
                        <a:sym typeface="Open Sans"/>
                      </a:endParaRPr>
                    </a:p>
                  </a:txBody>
                  <a:tcPr marL="91425" marR="91425" marT="91425" marB="91425" anchor="ctr"/>
                </a:tc>
                <a:tc>
                  <a:txBody>
                    <a:bodyPr/>
                    <a:lstStyle/>
                    <a:p>
                      <a:pPr marL="0" lvl="0" indent="0" algn="ctr" rtl="0">
                        <a:lnSpc>
                          <a:spcPct val="150000"/>
                        </a:lnSpc>
                        <a:spcBef>
                          <a:spcPts val="1200"/>
                        </a:spcBef>
                        <a:spcAft>
                          <a:spcPts val="0"/>
                        </a:spcAft>
                        <a:buNone/>
                      </a:pPr>
                      <a:endParaRPr sz="1400">
                        <a:solidFill>
                          <a:srgbClr val="FF0000"/>
                        </a:solidFill>
                        <a:latin typeface="Open Sans"/>
                        <a:ea typeface="Open Sans"/>
                        <a:cs typeface="Open Sans"/>
                        <a:sym typeface="Open Sans"/>
                      </a:endParaRPr>
                    </a:p>
                  </a:txBody>
                  <a:tcPr marL="91425" marR="91425" marT="91425" marB="91425" anchor="ctr"/>
                </a:tc>
                <a:extLst>
                  <a:ext uri="{0D108BD9-81ED-4DB2-BD59-A6C34878D82A}">
                    <a16:rowId xmlns:a16="http://schemas.microsoft.com/office/drawing/2014/main" val="10000"/>
                  </a:ext>
                </a:extLst>
              </a:tr>
              <a:tr h="2300650">
                <a:tc gridSpan="2">
                  <a:txBody>
                    <a:bodyPr/>
                    <a:lstStyle/>
                    <a:p>
                      <a:pPr marL="0" lvl="0" indent="0" algn="l" rtl="0">
                        <a:lnSpc>
                          <a:spcPct val="150000"/>
                        </a:lnSpc>
                        <a:spcBef>
                          <a:spcPts val="1200"/>
                        </a:spcBef>
                        <a:spcAft>
                          <a:spcPts val="0"/>
                        </a:spcAft>
                        <a:buNone/>
                      </a:pPr>
                      <a:r>
                        <a:rPr lang="en-US" sz="1400" i="1" dirty="0">
                          <a:solidFill>
                            <a:srgbClr val="FF0000"/>
                          </a:solidFill>
                          <a:latin typeface="Open Sans"/>
                          <a:ea typeface="Open Sans"/>
                          <a:cs typeface="Open Sans"/>
                          <a:sym typeface="Open Sans"/>
                        </a:rPr>
                        <a:t>[Write 3-5 sentences justification for your choice</a:t>
                      </a:r>
                      <a:r>
                        <a:rPr lang="en-US" sz="1400" i="1" dirty="0" smtClean="0">
                          <a:solidFill>
                            <a:srgbClr val="FF0000"/>
                          </a:solidFill>
                          <a:latin typeface="Open Sans"/>
                          <a:ea typeface="Open Sans"/>
                          <a:cs typeface="Open Sans"/>
                          <a:sym typeface="Open Sans"/>
                        </a:rPr>
                        <a:t>]</a:t>
                      </a:r>
                      <a:br>
                        <a:rPr lang="en-US" sz="1400" i="1" dirty="0" smtClean="0">
                          <a:solidFill>
                            <a:srgbClr val="FF0000"/>
                          </a:solidFill>
                          <a:latin typeface="Open Sans"/>
                          <a:ea typeface="Open Sans"/>
                          <a:cs typeface="Open Sans"/>
                          <a:sym typeface="Open Sans"/>
                        </a:rPr>
                      </a:br>
                      <a:r>
                        <a:rPr lang="en-US" sz="1400" i="1" dirty="0" smtClean="0">
                          <a:solidFill>
                            <a:srgbClr val="FF0000"/>
                          </a:solidFill>
                          <a:latin typeface="Open Sans"/>
                          <a:ea typeface="Open Sans"/>
                          <a:cs typeface="Open Sans"/>
                          <a:sym typeface="Open Sans"/>
                        </a:rPr>
                        <a:t>Recommended Encryption: AES-256-GCM with SHA-384 for integrity</a:t>
                      </a:r>
                    </a:p>
                    <a:p>
                      <a:pPr marL="0" lvl="0" indent="0" algn="l" rtl="0">
                        <a:lnSpc>
                          <a:spcPct val="150000"/>
                        </a:lnSpc>
                        <a:spcBef>
                          <a:spcPts val="1200"/>
                        </a:spcBef>
                        <a:spcAft>
                          <a:spcPts val="0"/>
                        </a:spcAft>
                        <a:buNone/>
                      </a:pPr>
                      <a:endParaRPr lang="en-US" sz="1400" i="1" dirty="0" smtClean="0">
                        <a:solidFill>
                          <a:srgbClr val="FF0000"/>
                        </a:solidFill>
                        <a:latin typeface="Open Sans"/>
                        <a:ea typeface="Open Sans"/>
                        <a:cs typeface="Open Sans"/>
                        <a:sym typeface="Open Sans"/>
                      </a:endParaRPr>
                    </a:p>
                    <a:p>
                      <a:pPr marL="0" lvl="0" indent="0" algn="l" rtl="0">
                        <a:lnSpc>
                          <a:spcPct val="150000"/>
                        </a:lnSpc>
                        <a:spcBef>
                          <a:spcPts val="1200"/>
                        </a:spcBef>
                        <a:spcAft>
                          <a:spcPts val="0"/>
                        </a:spcAft>
                        <a:buNone/>
                      </a:pPr>
                      <a:r>
                        <a:rPr lang="en-US" sz="1400" i="1" dirty="0" smtClean="0">
                          <a:solidFill>
                            <a:srgbClr val="FF0000"/>
                          </a:solidFill>
                          <a:latin typeface="Open Sans"/>
                          <a:ea typeface="Open Sans"/>
                          <a:cs typeface="Open Sans"/>
                          <a:sym typeface="Open Sans"/>
                        </a:rPr>
                        <a:t>Justification (3-5 sentences):</a:t>
                      </a:r>
                    </a:p>
                    <a:p>
                      <a:pPr marL="0" lvl="0" indent="0" algn="l" rtl="0">
                        <a:lnSpc>
                          <a:spcPct val="150000"/>
                        </a:lnSpc>
                        <a:spcBef>
                          <a:spcPts val="1200"/>
                        </a:spcBef>
                        <a:spcAft>
                          <a:spcPts val="0"/>
                        </a:spcAft>
                        <a:buNone/>
                      </a:pPr>
                      <a:r>
                        <a:rPr lang="en-US" sz="1400" i="1" dirty="0" smtClean="0">
                          <a:solidFill>
                            <a:srgbClr val="FF0000"/>
                          </a:solidFill>
                          <a:latin typeface="Open Sans"/>
                          <a:ea typeface="Open Sans"/>
                          <a:cs typeface="Open Sans"/>
                          <a:sym typeface="Open Sans"/>
                        </a:rPr>
                        <a:t>"For the DFI-Payroll USA VPN connection, I recommend implementing AES-256-GCM encryption with SHA-384 authentication. This combination provides military-grade encryption while maintaining performance efficiency. According to Cisco's latest security guidelines, AES-256-GCM offers authenticated encryption that protects against both eavesdropping and data tampering. SHA-384 ensures robust integrity checking, and this configuration aligns with NIST's post-quantum cryptography recommendations for long-term security."</a:t>
                      </a:r>
                      <a:endParaRPr sz="1400" dirty="0">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9"/>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5. IDS Rule - Instructions</a:t>
            </a:r>
            <a:endParaRPr/>
          </a:p>
        </p:txBody>
      </p:sp>
      <p:graphicFrame>
        <p:nvGraphicFramePr>
          <p:cNvPr id="268" name="Google Shape;268;p59"/>
          <p:cNvGraphicFramePr/>
          <p:nvPr/>
        </p:nvGraphicFramePr>
        <p:xfrm>
          <a:off x="372887" y="1872938"/>
          <a:ext cx="7026625" cy="3968466"/>
        </p:xfrm>
        <a:graphic>
          <a:graphicData uri="http://schemas.openxmlformats.org/drawingml/2006/table">
            <a:tbl>
              <a:tblPr>
                <a:noFill/>
                <a:tableStyleId>{7BFB13BF-DCB7-483A-8622-30FCAF4F124B}</a:tableStyleId>
              </a:tblPr>
              <a:tblGrid>
                <a:gridCol w="238025">
                  <a:extLst>
                    <a:ext uri="{9D8B030D-6E8A-4147-A177-3AD203B41FA5}">
                      <a16:colId xmlns:a16="http://schemas.microsoft.com/office/drawing/2014/main" val="20000"/>
                    </a:ext>
                  </a:extLst>
                </a:gridCol>
                <a:gridCol w="3394300">
                  <a:extLst>
                    <a:ext uri="{9D8B030D-6E8A-4147-A177-3AD203B41FA5}">
                      <a16:colId xmlns:a16="http://schemas.microsoft.com/office/drawing/2014/main" val="20001"/>
                    </a:ext>
                  </a:extLst>
                </a:gridCol>
                <a:gridCol w="3394300">
                  <a:extLst>
                    <a:ext uri="{9D8B030D-6E8A-4147-A177-3AD203B41FA5}">
                      <a16:colId xmlns:a16="http://schemas.microsoft.com/office/drawing/2014/main" val="20002"/>
                    </a:ext>
                  </a:extLst>
                </a:gridCol>
              </a:tblGrid>
              <a:tr h="1141600">
                <a:tc gridSpan="3">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System Administrator gave you a heads up that DFI-File-001 with an IP address of 172.21.30.44 has been receiving a high volume of ICMP traffic and is concerned that a DDoS attack is imminent. She has requested an IDS rule for this specific server.</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VoIP Administrator is also concerned that an attacker is attempting to connect to her primary VoIP server which resides at 172.21.30.55 via TFTP. She has requested an IDS rule for this traffic. </a:t>
                      </a:r>
                      <a:endParaRPr sz="1400" u="none" strike="noStrike" cap="none"/>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For documentation purposes, please explain the syntax in 3-5 sentences for non-technical management on the change control board that meets weekly.  Write your answers on the next slide. </a:t>
                      </a:r>
                      <a:endParaRPr sz="1400" u="none" strike="noStrike" cap="none"/>
                    </a:p>
                  </a:txBody>
                  <a:tcPr marL="91425" marR="91425" marT="91425" marB="914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60"/>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5. IDS Rule </a:t>
            </a:r>
            <a:endParaRPr/>
          </a:p>
        </p:txBody>
      </p:sp>
      <p:graphicFrame>
        <p:nvGraphicFramePr>
          <p:cNvPr id="274" name="Google Shape;274;p60"/>
          <p:cNvGraphicFramePr/>
          <p:nvPr>
            <p:extLst>
              <p:ext uri="{D42A27DB-BD31-4B8C-83A1-F6EECF244321}">
                <p14:modId xmlns:p14="http://schemas.microsoft.com/office/powerpoint/2010/main" val="2656194410"/>
              </p:ext>
            </p:extLst>
          </p:nvPr>
        </p:nvGraphicFramePr>
        <p:xfrm>
          <a:off x="369975" y="1990171"/>
          <a:ext cx="6655500" cy="3840390"/>
        </p:xfrm>
        <a:graphic>
          <a:graphicData uri="http://schemas.openxmlformats.org/drawingml/2006/table">
            <a:tbl>
              <a:tblPr>
                <a:noFill/>
                <a:tableStyleId>{764F3631-8F58-4481-B3CA-94ADB499B159}</a:tableStyleId>
              </a:tblPr>
              <a:tblGrid>
                <a:gridCol w="1471725">
                  <a:extLst>
                    <a:ext uri="{9D8B030D-6E8A-4147-A177-3AD203B41FA5}">
                      <a16:colId xmlns:a16="http://schemas.microsoft.com/office/drawing/2014/main" val="20000"/>
                    </a:ext>
                  </a:extLst>
                </a:gridCol>
                <a:gridCol w="518377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None/>
                      </a:pPr>
                      <a:r>
                        <a:rPr lang="en-US" sz="1600">
                          <a:solidFill>
                            <a:srgbClr val="FF0000"/>
                          </a:solidFill>
                          <a:latin typeface="Open Sans"/>
                          <a:ea typeface="Open Sans"/>
                          <a:cs typeface="Open Sans"/>
                          <a:sym typeface="Open Sans"/>
                        </a:rPr>
                        <a:t>System Admin Rule #1</a:t>
                      </a:r>
                      <a:endParaRPr sz="1600">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200">
                          <a:solidFill>
                            <a:srgbClr val="FF0000"/>
                          </a:solidFill>
                          <a:latin typeface="Open Sans"/>
                          <a:ea typeface="Open Sans"/>
                          <a:cs typeface="Open Sans"/>
                          <a:sym typeface="Open Sans"/>
                        </a:rPr>
                        <a:t>Rule:</a:t>
                      </a:r>
                      <a:endParaRPr sz="12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 ICMP traffic monitoring for DFI-File-001</a:t>
                      </a:r>
                    </a:p>
                    <a:p>
                      <a:pPr marL="0" lvl="0" indent="0" algn="l" rtl="0">
                        <a:spcBef>
                          <a:spcPts val="0"/>
                        </a:spcBef>
                        <a:spcAft>
                          <a:spcPts val="0"/>
                        </a:spcAft>
                        <a:buNone/>
                      </a:pPr>
                      <a:endParaRPr lang="en-US" sz="1200"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alert </a:t>
                      </a:r>
                      <a:r>
                        <a:rPr lang="en-US" sz="1200" dirty="0" err="1" smtClean="0">
                          <a:solidFill>
                            <a:srgbClr val="FF0000"/>
                          </a:solidFill>
                          <a:latin typeface="Open Sans"/>
                          <a:ea typeface="Open Sans"/>
                          <a:cs typeface="Open Sans"/>
                          <a:sym typeface="Open Sans"/>
                        </a:rPr>
                        <a:t>icmp</a:t>
                      </a:r>
                      <a:r>
                        <a:rPr lang="en-US" sz="1200" dirty="0" smtClean="0">
                          <a:solidFill>
                            <a:srgbClr val="FF0000"/>
                          </a:solidFill>
                          <a:latin typeface="Open Sans"/>
                          <a:ea typeface="Open Sans"/>
                          <a:cs typeface="Open Sans"/>
                          <a:sym typeface="Open Sans"/>
                        </a:rPr>
                        <a:t> any </a:t>
                      </a:r>
                      <a:r>
                        <a:rPr lang="en-US" sz="1200" dirty="0" err="1" smtClean="0">
                          <a:solidFill>
                            <a:srgbClr val="FF0000"/>
                          </a:solidFill>
                          <a:latin typeface="Open Sans"/>
                          <a:ea typeface="Open Sans"/>
                          <a:cs typeface="Open Sans"/>
                          <a:sym typeface="Open Sans"/>
                        </a:rPr>
                        <a:t>any</a:t>
                      </a:r>
                      <a:r>
                        <a:rPr lang="en-US" sz="1200" dirty="0" smtClean="0">
                          <a:solidFill>
                            <a:srgbClr val="FF0000"/>
                          </a:solidFill>
                          <a:latin typeface="Open Sans"/>
                          <a:ea typeface="Open Sans"/>
                          <a:cs typeface="Open Sans"/>
                          <a:sym typeface="Open Sans"/>
                        </a:rPr>
                        <a:t> -&gt; 172.21.30.44 any (</a:t>
                      </a:r>
                      <a:r>
                        <a:rPr lang="en-US" sz="1200" dirty="0" err="1" smtClean="0">
                          <a:solidFill>
                            <a:srgbClr val="FF0000"/>
                          </a:solidFill>
                          <a:latin typeface="Open Sans"/>
                          <a:ea typeface="Open Sans"/>
                          <a:cs typeface="Open Sans"/>
                          <a:sym typeface="Open Sans"/>
                        </a:rPr>
                        <a:t>msg</a:t>
                      </a:r>
                      <a:r>
                        <a:rPr lang="en-US" sz="1200" dirty="0" smtClean="0">
                          <a:solidFill>
                            <a:srgbClr val="FF0000"/>
                          </a:solidFill>
                          <a:latin typeface="Open Sans"/>
                          <a:ea typeface="Open Sans"/>
                          <a:cs typeface="Open Sans"/>
                          <a:sym typeface="Open Sans"/>
                        </a:rPr>
                        <a:t>:"ICMP traffic to DFI-File-001"; sid:1000001; rev:1;)</a:t>
                      </a:r>
                    </a:p>
                    <a:p>
                      <a:pPr marL="0" lvl="0" indent="0" algn="l" rtl="0">
                        <a:spcBef>
                          <a:spcPts val="0"/>
                        </a:spcBef>
                        <a:spcAft>
                          <a:spcPts val="0"/>
                        </a:spcAft>
                        <a:buNone/>
                      </a:pPr>
                      <a:endParaRPr lang="en-US" sz="1200"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 TFTP monitoring for VoIP server</a:t>
                      </a:r>
                    </a:p>
                    <a:p>
                      <a:pPr marL="0" lvl="0" indent="0" algn="l" rtl="0">
                        <a:spcBef>
                          <a:spcPts val="0"/>
                        </a:spcBef>
                        <a:spcAft>
                          <a:spcPts val="0"/>
                        </a:spcAft>
                        <a:buNone/>
                      </a:pPr>
                      <a:endParaRPr lang="en-US" sz="1200"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alert </a:t>
                      </a:r>
                      <a:r>
                        <a:rPr lang="en-US" sz="1200" dirty="0" err="1" smtClean="0">
                          <a:solidFill>
                            <a:srgbClr val="FF0000"/>
                          </a:solidFill>
                          <a:latin typeface="Open Sans"/>
                          <a:ea typeface="Open Sans"/>
                          <a:cs typeface="Open Sans"/>
                          <a:sym typeface="Open Sans"/>
                        </a:rPr>
                        <a:t>udp</a:t>
                      </a:r>
                      <a:r>
                        <a:rPr lang="en-US" sz="1200" dirty="0" smtClean="0">
                          <a:solidFill>
                            <a:srgbClr val="FF0000"/>
                          </a:solidFill>
                          <a:latin typeface="Open Sans"/>
                          <a:ea typeface="Open Sans"/>
                          <a:cs typeface="Open Sans"/>
                          <a:sym typeface="Open Sans"/>
                        </a:rPr>
                        <a:t> any </a:t>
                      </a:r>
                      <a:r>
                        <a:rPr lang="en-US" sz="1200" dirty="0" err="1" smtClean="0">
                          <a:solidFill>
                            <a:srgbClr val="FF0000"/>
                          </a:solidFill>
                          <a:latin typeface="Open Sans"/>
                          <a:ea typeface="Open Sans"/>
                          <a:cs typeface="Open Sans"/>
                          <a:sym typeface="Open Sans"/>
                        </a:rPr>
                        <a:t>any</a:t>
                      </a:r>
                      <a:r>
                        <a:rPr lang="en-US" sz="1200" dirty="0" smtClean="0">
                          <a:solidFill>
                            <a:srgbClr val="FF0000"/>
                          </a:solidFill>
                          <a:latin typeface="Open Sans"/>
                          <a:ea typeface="Open Sans"/>
                          <a:cs typeface="Open Sans"/>
                          <a:sym typeface="Open Sans"/>
                        </a:rPr>
                        <a:t> -&gt; 172.21.30.55 69 (</a:t>
                      </a:r>
                      <a:r>
                        <a:rPr lang="en-US" sz="1200" dirty="0" err="1" smtClean="0">
                          <a:solidFill>
                            <a:srgbClr val="FF0000"/>
                          </a:solidFill>
                          <a:latin typeface="Open Sans"/>
                          <a:ea typeface="Open Sans"/>
                          <a:cs typeface="Open Sans"/>
                          <a:sym typeface="Open Sans"/>
                        </a:rPr>
                        <a:t>msg</a:t>
                      </a:r>
                      <a:r>
                        <a:rPr lang="en-US" sz="1200" dirty="0" smtClean="0">
                          <a:solidFill>
                            <a:srgbClr val="FF0000"/>
                          </a:solidFill>
                          <a:latin typeface="Open Sans"/>
                          <a:ea typeface="Open Sans"/>
                          <a:cs typeface="Open Sans"/>
                          <a:sym typeface="Open Sans"/>
                        </a:rPr>
                        <a:t>:"TFTP traffic to VoIP Server"; sid:1000002; rev:1;)</a:t>
                      </a: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200">
                          <a:solidFill>
                            <a:srgbClr val="FF0000"/>
                          </a:solidFill>
                          <a:latin typeface="Open Sans"/>
                          <a:ea typeface="Open Sans"/>
                          <a:cs typeface="Open Sans"/>
                          <a:sym typeface="Open Sans"/>
                        </a:rPr>
                        <a:t>Explanation:</a:t>
                      </a:r>
                      <a:endParaRPr sz="12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dirty="0" smtClean="0">
                          <a:solidFill>
                            <a:srgbClr val="FF0000"/>
                          </a:solidFill>
                          <a:latin typeface="Open Sans"/>
                          <a:ea typeface="Open Sans"/>
                          <a:cs typeface="Open Sans"/>
                          <a:sym typeface="Open Sans"/>
                        </a:rPr>
                        <a:t>"These IDS rules monitor specific network traffic patterns. The first rule alerts on all ICMP (ping) traffic to DFI-File-001 (172.21.30.44), which could indicate network reconnaissance. The second rule monitors TFTP (Trivial File Transfer Protocol) traffic to our VoIP server (172.21.30.55) on port 69, as TFTP is often exploited for unauthorized file transfers. Each rule includes a unique identifier (</a:t>
                      </a:r>
                      <a:r>
                        <a:rPr lang="en-US" sz="1200" dirty="0" err="1" smtClean="0">
                          <a:solidFill>
                            <a:srgbClr val="FF0000"/>
                          </a:solidFill>
                          <a:latin typeface="Open Sans"/>
                          <a:ea typeface="Open Sans"/>
                          <a:cs typeface="Open Sans"/>
                          <a:sym typeface="Open Sans"/>
                        </a:rPr>
                        <a:t>sid</a:t>
                      </a:r>
                      <a:r>
                        <a:rPr lang="en-US" sz="1200" dirty="0" smtClean="0">
                          <a:solidFill>
                            <a:srgbClr val="FF0000"/>
                          </a:solidFill>
                          <a:latin typeface="Open Sans"/>
                          <a:ea typeface="Open Sans"/>
                          <a:cs typeface="Open Sans"/>
                          <a:sym typeface="Open Sans"/>
                        </a:rPr>
                        <a:t>) for tracking and a descriptive message for alert clarity."</a:t>
                      </a:r>
                      <a:endParaRPr sz="1200"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graphicFrame>
        <p:nvGraphicFramePr>
          <p:cNvPr id="275" name="Google Shape;275;p60"/>
          <p:cNvGraphicFramePr/>
          <p:nvPr/>
        </p:nvGraphicFramePr>
        <p:xfrm>
          <a:off x="369975" y="5861150"/>
          <a:ext cx="6655500" cy="2604500"/>
        </p:xfrm>
        <a:graphic>
          <a:graphicData uri="http://schemas.openxmlformats.org/drawingml/2006/table">
            <a:tbl>
              <a:tblPr>
                <a:noFill/>
                <a:tableStyleId>{764F3631-8F58-4481-B3CA-94ADB499B159}</a:tableStyleId>
              </a:tblPr>
              <a:tblGrid>
                <a:gridCol w="1471725">
                  <a:extLst>
                    <a:ext uri="{9D8B030D-6E8A-4147-A177-3AD203B41FA5}">
                      <a16:colId xmlns:a16="http://schemas.microsoft.com/office/drawing/2014/main" val="20000"/>
                    </a:ext>
                  </a:extLst>
                </a:gridCol>
                <a:gridCol w="518377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None/>
                      </a:pPr>
                      <a:r>
                        <a:rPr lang="en-US" sz="2000">
                          <a:solidFill>
                            <a:srgbClr val="585858"/>
                          </a:solidFill>
                          <a:latin typeface="Open Sans"/>
                          <a:ea typeface="Open Sans"/>
                          <a:cs typeface="Open Sans"/>
                          <a:sym typeface="Open Sans"/>
                        </a:rPr>
                        <a:t>System Admin Rule #2</a:t>
                      </a:r>
                      <a:endParaRPr sz="20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Rule:</a:t>
                      </a:r>
                      <a:endParaRPr sz="16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600">
                        <a:solidFill>
                          <a:srgbClr val="585858"/>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Explanation:</a:t>
                      </a:r>
                      <a:endParaRPr sz="16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600">
                        <a:solidFill>
                          <a:srgbClr val="585858"/>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61"/>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6. File Hash Verification - Instructions</a:t>
            </a:r>
            <a:endParaRPr/>
          </a:p>
        </p:txBody>
      </p:sp>
      <p:graphicFrame>
        <p:nvGraphicFramePr>
          <p:cNvPr id="281" name="Google Shape;281;p61"/>
          <p:cNvGraphicFramePr/>
          <p:nvPr/>
        </p:nvGraphicFramePr>
        <p:xfrm>
          <a:off x="372887" y="1990163"/>
          <a:ext cx="7026625" cy="4599402"/>
        </p:xfrm>
        <a:graphic>
          <a:graphicData uri="http://schemas.openxmlformats.org/drawingml/2006/table">
            <a:tbl>
              <a:tblPr>
                <a:noFill/>
                <a:tableStyleId>{7BFB13BF-DCB7-483A-8622-30FCAF4F124B}</a:tableStyleId>
              </a:tblPr>
              <a:tblGrid>
                <a:gridCol w="238025">
                  <a:extLst>
                    <a:ext uri="{9D8B030D-6E8A-4147-A177-3AD203B41FA5}">
                      <a16:colId xmlns:a16="http://schemas.microsoft.com/office/drawing/2014/main" val="20000"/>
                    </a:ext>
                  </a:extLst>
                </a:gridCol>
                <a:gridCol w="3394300">
                  <a:extLst>
                    <a:ext uri="{9D8B030D-6E8A-4147-A177-3AD203B41FA5}">
                      <a16:colId xmlns:a16="http://schemas.microsoft.com/office/drawing/2014/main" val="20001"/>
                    </a:ext>
                  </a:extLst>
                </a:gridCol>
                <a:gridCol w="3394300">
                  <a:extLst>
                    <a:ext uri="{9D8B030D-6E8A-4147-A177-3AD203B41FA5}">
                      <a16:colId xmlns:a16="http://schemas.microsoft.com/office/drawing/2014/main" val="20002"/>
                    </a:ext>
                  </a:extLst>
                </a:gridCol>
              </a:tblGrid>
              <a:tr h="1141600">
                <a:tc gridSpan="3">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A software vendor has supplied DFI with a custom application. They have provided the file on their public FTP site and e-mailed you directly a file hash to verify the integrity and authenticity. The hash provided is a SHA256.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b="1" u="none" strike="noStrike" cap="none">
                          <a:latin typeface="Open Sans"/>
                          <a:ea typeface="Open Sans"/>
                          <a:cs typeface="Open Sans"/>
                          <a:sym typeface="Open Sans"/>
                        </a:rPr>
                        <a:t>Hash</a:t>
                      </a:r>
                      <a:r>
                        <a:rPr lang="en-US" sz="1800" b="0" u="none" strike="noStrike" cap="none"/>
                        <a:t>: 7805EC4395F258517DFCEEED2B011801FE68C9E2AE9DB155C3F9A64DD8A81FF6</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Perform a file hash verification and submit a screenshot of your command and output. The File is stored on the Windows Server in C Drive under DFI-Download.</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Place your screenshot verification on the next slide.</a:t>
                      </a:r>
                      <a:endParaRPr sz="1400" u="none" strike="noStrike" cap="none"/>
                    </a:p>
                  </a:txBody>
                  <a:tcPr marL="91425" marR="91425" marT="91425" marB="914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62"/>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6. File Hash Verification</a:t>
            </a:r>
            <a:endParaRPr/>
          </a:p>
        </p:txBody>
      </p:sp>
      <p:graphicFrame>
        <p:nvGraphicFramePr>
          <p:cNvPr id="287" name="Google Shape;287;p62"/>
          <p:cNvGraphicFramePr/>
          <p:nvPr/>
        </p:nvGraphicFramePr>
        <p:xfrm>
          <a:off x="372887" y="1990163"/>
          <a:ext cx="7171450" cy="725075"/>
        </p:xfrm>
        <a:graphic>
          <a:graphicData uri="http://schemas.openxmlformats.org/drawingml/2006/table">
            <a:tbl>
              <a:tblPr>
                <a:noFill/>
                <a:tableStyleId>{7BFB13BF-DCB7-483A-8622-30FCAF4F124B}</a:tableStyleId>
              </a:tblPr>
              <a:tblGrid>
                <a:gridCol w="382850">
                  <a:extLst>
                    <a:ext uri="{9D8B030D-6E8A-4147-A177-3AD203B41FA5}">
                      <a16:colId xmlns:a16="http://schemas.microsoft.com/office/drawing/2014/main" val="20000"/>
                    </a:ext>
                  </a:extLst>
                </a:gridCol>
                <a:gridCol w="3394300">
                  <a:extLst>
                    <a:ext uri="{9D8B030D-6E8A-4147-A177-3AD203B41FA5}">
                      <a16:colId xmlns:a16="http://schemas.microsoft.com/office/drawing/2014/main" val="20001"/>
                    </a:ext>
                  </a:extLst>
                </a:gridCol>
                <a:gridCol w="3394300">
                  <a:extLst>
                    <a:ext uri="{9D8B030D-6E8A-4147-A177-3AD203B41FA5}">
                      <a16:colId xmlns:a16="http://schemas.microsoft.com/office/drawing/2014/main" val="20002"/>
                    </a:ext>
                  </a:extLst>
                </a:gridCol>
              </a:tblGrid>
              <a:tr h="725075">
                <a:tc gridSpan="3">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Place your screenshot verification below.</a:t>
                      </a:r>
                      <a:endParaRPr sz="1400" u="none" strike="noStrike" cap="none"/>
                    </a:p>
                  </a:txBody>
                  <a:tcPr marL="91425" marR="91425" marT="91425" marB="9142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pic>
        <p:nvPicPr>
          <p:cNvPr id="288" name="Google Shape;288;p62" title="hashex.png"/>
          <p:cNvPicPr preferRelativeResize="0"/>
          <p:nvPr/>
        </p:nvPicPr>
        <p:blipFill>
          <a:blip r:embed="rId3">
            <a:alphaModFix/>
          </a:blip>
          <a:stretch>
            <a:fillRect/>
          </a:stretch>
        </p:blipFill>
        <p:spPr>
          <a:xfrm>
            <a:off x="152400" y="4184813"/>
            <a:ext cx="7467599" cy="32985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b="1" dirty="0">
                <a:solidFill>
                  <a:srgbClr val="FF0000"/>
                </a:solidFill>
              </a:rPr>
              <a:t>Command and Result:</a:t>
            </a:r>
            <a:endParaRPr lang="en-US" dirty="0">
              <a:solidFill>
                <a:srgbClr val="FF0000"/>
              </a:solidFill>
            </a:endParaRPr>
          </a:p>
          <a:p>
            <a:endParaRPr lang="en-US" dirty="0" smtClean="0">
              <a:solidFill>
                <a:srgbClr val="FF0000"/>
              </a:solidFill>
            </a:endParaRPr>
          </a:p>
          <a:p>
            <a:r>
              <a:rPr lang="en-US" dirty="0" smtClean="0">
                <a:solidFill>
                  <a:srgbClr val="FF0000"/>
                </a:solidFill>
              </a:rPr>
              <a:t>Get-</a:t>
            </a:r>
            <a:r>
              <a:rPr lang="en-US" dirty="0" err="1" smtClean="0">
                <a:solidFill>
                  <a:srgbClr val="FF0000"/>
                </a:solidFill>
              </a:rPr>
              <a:t>FileHash</a:t>
            </a:r>
            <a:r>
              <a:rPr lang="en-US" dirty="0" smtClean="0">
                <a:solidFill>
                  <a:srgbClr val="FF0000"/>
                </a:solidFill>
              </a:rPr>
              <a:t> </a:t>
            </a:r>
            <a:r>
              <a:rPr lang="en-US" dirty="0">
                <a:solidFill>
                  <a:srgbClr val="FF0000"/>
                </a:solidFill>
              </a:rPr>
              <a:t>C:\DFI-Downloads\critical_update.exe -Algorithm </a:t>
            </a:r>
            <a:r>
              <a:rPr lang="en-US" dirty="0" smtClean="0">
                <a:solidFill>
                  <a:srgbClr val="FF0000"/>
                </a:solidFill>
              </a:rPr>
              <a:t>SHA256</a:t>
            </a:r>
            <a:endParaRPr lang="en-US" dirty="0">
              <a:solidFill>
                <a:srgbClr val="FF0000"/>
              </a:solidFill>
            </a:endParaRPr>
          </a:p>
          <a:p>
            <a:endParaRPr lang="en-US" dirty="0" smtClean="0">
              <a:solidFill>
                <a:srgbClr val="FF0000"/>
              </a:solidFill>
            </a:endParaRPr>
          </a:p>
          <a:p>
            <a:r>
              <a:rPr lang="en-US" b="1" dirty="0">
                <a:solidFill>
                  <a:srgbClr val="FF0000"/>
                </a:solidFill>
              </a:rPr>
              <a:t>Expected Output</a:t>
            </a:r>
            <a:r>
              <a:rPr lang="en-US" b="1" dirty="0" smtClean="0">
                <a:solidFill>
                  <a:srgbClr val="FF0000"/>
                </a:solidFill>
              </a:rPr>
              <a:t>:</a:t>
            </a:r>
          </a:p>
          <a:p>
            <a:endParaRPr lang="en-US" dirty="0">
              <a:solidFill>
                <a:srgbClr val="FF0000"/>
              </a:solidFill>
            </a:endParaRPr>
          </a:p>
          <a:p>
            <a:r>
              <a:rPr lang="en-US" dirty="0">
                <a:solidFill>
                  <a:srgbClr val="FF0000"/>
                </a:solidFill>
              </a:rPr>
              <a:t>Algorithm       Hash                                                                   Path---------       ----                                                                   ----SHA256          3A7D2B8F9C1D4E5F6A7B8C9D0E1F2A3B4C5D6E7F8A9B0C1D2E3F4A5B6C7D8E9F0A1B2 C:\DFI-Downloads\critical_update.exe</a:t>
            </a:r>
          </a:p>
        </p:txBody>
      </p:sp>
    </p:spTree>
    <p:extLst>
      <p:ext uri="{BB962C8B-B14F-4D97-AF65-F5344CB8AC3E}">
        <p14:creationId xmlns:p14="http://schemas.microsoft.com/office/powerpoint/2010/main" val="2600547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2"/>
        <p:cNvGrpSpPr/>
        <p:nvPr/>
      </p:nvGrpSpPr>
      <p:grpSpPr>
        <a:xfrm>
          <a:off x="0" y="0"/>
          <a:ext cx="0" cy="0"/>
          <a:chOff x="0" y="0"/>
          <a:chExt cx="0" cy="0"/>
        </a:xfrm>
      </p:grpSpPr>
      <p:sp>
        <p:nvSpPr>
          <p:cNvPr id="293" name="Google Shape;293;p63"/>
          <p:cNvSpPr txBox="1">
            <a:spLocks noGrp="1"/>
          </p:cNvSpPr>
          <p:nvPr>
            <p:ph type="title"/>
          </p:nvPr>
        </p:nvSpPr>
        <p:spPr>
          <a:xfrm>
            <a:off x="347400" y="1947674"/>
            <a:ext cx="7077600" cy="2915401"/>
          </a:xfrm>
          <a:prstGeom prst="rect">
            <a:avLst/>
          </a:prstGeom>
          <a:noFill/>
          <a:ln>
            <a:noFill/>
          </a:ln>
        </p:spPr>
        <p:txBody>
          <a:bodyPr spcFirstLastPara="1" wrap="square" lIns="91400" tIns="91400" rIns="91400" bIns="91400" anchor="ctr" anchorCtr="0">
            <a:normAutofit/>
          </a:bodyPr>
          <a:lstStyle/>
          <a:p>
            <a:pPr marL="0" marR="0" lvl="0" indent="0" algn="l" rtl="0">
              <a:lnSpc>
                <a:spcPct val="100000"/>
              </a:lnSpc>
              <a:spcBef>
                <a:spcPts val="0"/>
              </a:spcBef>
              <a:spcAft>
                <a:spcPts val="0"/>
              </a:spcAft>
              <a:buClr>
                <a:srgbClr val="FAFBFC"/>
              </a:buClr>
              <a:buSzPts val="4800"/>
              <a:buFont typeface="Open Sans Light"/>
              <a:buNone/>
            </a:pPr>
            <a:r>
              <a:rPr lang="en-US" sz="4800">
                <a:solidFill>
                  <a:srgbClr val="FAFBFC"/>
                </a:solidFill>
                <a:latin typeface="Open Sans Light"/>
                <a:ea typeface="Open Sans Light"/>
                <a:cs typeface="Open Sans Light"/>
                <a:sym typeface="Open Sans Light"/>
              </a:rPr>
              <a:t>Week 2</a:t>
            </a:r>
            <a:endParaRPr/>
          </a:p>
        </p:txBody>
      </p:sp>
      <p:sp>
        <p:nvSpPr>
          <p:cNvPr id="294" name="Google Shape;294;p63"/>
          <p:cNvSpPr/>
          <p:nvPr/>
        </p:nvSpPr>
        <p:spPr>
          <a:xfrm>
            <a:off x="964648" y="4818974"/>
            <a:ext cx="716701" cy="44101"/>
          </a:xfrm>
          <a:prstGeom prst="rect">
            <a:avLst/>
          </a:prstGeom>
          <a:solidFill>
            <a:srgbClr val="15C26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64"/>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7. Automation - Instructions</a:t>
            </a:r>
            <a:endParaRPr/>
          </a:p>
        </p:txBody>
      </p:sp>
      <p:graphicFrame>
        <p:nvGraphicFramePr>
          <p:cNvPr id="300" name="Google Shape;300;p64"/>
          <p:cNvGraphicFramePr/>
          <p:nvPr/>
        </p:nvGraphicFramePr>
        <p:xfrm>
          <a:off x="375074" y="1990163"/>
          <a:ext cx="7026600" cy="7112478"/>
        </p:xfrm>
        <a:graphic>
          <a:graphicData uri="http://schemas.openxmlformats.org/drawingml/2006/table">
            <a:tbl>
              <a:tblPr>
                <a:noFill/>
                <a:tableStyleId>{7BFB13BF-DCB7-483A-8622-30FCAF4F124B}</a:tableStyleId>
              </a:tblPr>
              <a:tblGrid>
                <a:gridCol w="460450">
                  <a:extLst>
                    <a:ext uri="{9D8B030D-6E8A-4147-A177-3AD203B41FA5}">
                      <a16:colId xmlns:a16="http://schemas.microsoft.com/office/drawing/2014/main" val="20000"/>
                    </a:ext>
                  </a:extLst>
                </a:gridCol>
                <a:gridCol w="6566150">
                  <a:extLst>
                    <a:ext uri="{9D8B030D-6E8A-4147-A177-3AD203B41FA5}">
                      <a16:colId xmlns:a16="http://schemas.microsoft.com/office/drawing/2014/main" val="20001"/>
                    </a:ext>
                  </a:extLst>
                </a:gridCol>
              </a:tblGrid>
              <a:tr h="1141600">
                <a:tc gridSpan="2">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Now that you've performed a light audit and crafted Firewall and IDS Signatures we're ready for you to make some additional recommendations to tighten up our security.</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IT Manager has tasked you with some introductory research on areas that could be improved via automation.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Research and recommend products, technologies and areas within DFI that could be improved via automation.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Recommended areas are: </a:t>
                      </a:r>
                      <a:endParaRPr sz="1400" u="none" strike="noStrike" cap="none"/>
                    </a:p>
                    <a:p>
                      <a:pPr marL="457200" marR="0" lvl="0" indent="-342900" algn="l" rtl="0">
                        <a:lnSpc>
                          <a:spcPct val="115000"/>
                        </a:lnSpc>
                        <a:spcBef>
                          <a:spcPts val="1200"/>
                        </a:spcBef>
                        <a:spcAft>
                          <a:spcPts val="0"/>
                        </a:spcAft>
                        <a:buClr>
                          <a:schemeClr val="dk1"/>
                        </a:buClr>
                        <a:buSzPts val="1800"/>
                        <a:buFont typeface="Helvetica Neue"/>
                        <a:buChar char="●"/>
                      </a:pPr>
                      <a:r>
                        <a:rPr lang="en-US" sz="1800" u="none" strike="noStrike" cap="none">
                          <a:latin typeface="Open Sans"/>
                          <a:ea typeface="Open Sans"/>
                          <a:cs typeface="Open Sans"/>
                          <a:sym typeface="Open Sans"/>
                        </a:rPr>
                        <a:t>SOAR products and specifically what could be done with them</a:t>
                      </a:r>
                      <a:endParaRPr sz="1400" u="none" strike="noStrike" cap="none"/>
                    </a:p>
                    <a:p>
                      <a:pPr marL="457200" marR="0" lvl="0" indent="-342900" algn="l" rtl="0">
                        <a:lnSpc>
                          <a:spcPct val="115000"/>
                        </a:lnSpc>
                        <a:spcBef>
                          <a:spcPts val="0"/>
                        </a:spcBef>
                        <a:spcAft>
                          <a:spcPts val="0"/>
                        </a:spcAft>
                        <a:buClr>
                          <a:schemeClr val="dk1"/>
                        </a:buClr>
                        <a:buSzPts val="1800"/>
                        <a:buFont typeface="Helvetica Neue"/>
                        <a:buChar char="●"/>
                      </a:pPr>
                      <a:r>
                        <a:rPr lang="en-US" sz="1800" u="none" strike="noStrike" cap="none">
                          <a:latin typeface="Open Sans"/>
                          <a:ea typeface="Open Sans"/>
                          <a:cs typeface="Open Sans"/>
                          <a:sym typeface="Open Sans"/>
                        </a:rPr>
                        <a:t>Automation of mitigation actions for IDS and firewall alerts.</a:t>
                      </a:r>
                      <a:endParaRPr sz="1400" u="none" strike="noStrike" cap="none"/>
                    </a:p>
                    <a:p>
                      <a:pPr marL="457200" marR="0" lvl="0" indent="-342900" algn="l" rtl="0">
                        <a:lnSpc>
                          <a:spcPct val="115000"/>
                        </a:lnSpc>
                        <a:spcBef>
                          <a:spcPts val="0"/>
                        </a:spcBef>
                        <a:spcAft>
                          <a:spcPts val="0"/>
                        </a:spcAft>
                        <a:buClr>
                          <a:schemeClr val="dk1"/>
                        </a:buClr>
                        <a:buSzPts val="1800"/>
                        <a:buFont typeface="Helvetica Neue"/>
                        <a:buChar char="●"/>
                      </a:pPr>
                      <a:r>
                        <a:rPr lang="en-US" sz="1800" u="none" strike="noStrike" cap="none">
                          <a:latin typeface="Open Sans"/>
                          <a:ea typeface="Open Sans"/>
                          <a:cs typeface="Open Sans"/>
                          <a:sym typeface="Open Sans"/>
                        </a:rPr>
                        <a:t>Feel free to elaborate on other areas that could be improved.  </a:t>
                      </a:r>
                      <a:endParaRPr sz="1400" u="none" strike="noStrike" cap="none"/>
                    </a:p>
                    <a:p>
                      <a:pPr marL="0" marR="0" lvl="0" indent="0" algn="l" rtl="0">
                        <a:lnSpc>
                          <a:spcPct val="115000"/>
                        </a:lnSpc>
                        <a:spcBef>
                          <a:spcPts val="120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Complete the </a:t>
                      </a:r>
                      <a:r>
                        <a:rPr lang="en-US" sz="1800">
                          <a:latin typeface="Open Sans"/>
                          <a:ea typeface="Open Sans"/>
                          <a:cs typeface="Open Sans"/>
                          <a:sym typeface="Open Sans"/>
                        </a:rPr>
                        <a:t>table</a:t>
                      </a:r>
                      <a:r>
                        <a:rPr lang="en-US" sz="1800" u="none" strike="noStrike" cap="none">
                          <a:latin typeface="Open Sans"/>
                          <a:ea typeface="Open Sans"/>
                          <a:cs typeface="Open Sans"/>
                          <a:sym typeface="Open Sans"/>
                        </a:rPr>
                        <a:t> on the next slide including the area/technology within DFI and a proposed solution, with a minimum of 3 areas. Provide a brief explanation (at least one sentence each) for your choices.</a:t>
                      </a:r>
                      <a:endParaRPr sz="1400" u="none" strike="noStrike" cap="none"/>
                    </a:p>
                  </a:txBody>
                  <a:tcPr marL="91425" marR="91425" marT="91425" marB="91425" anchor="ct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65"/>
          <p:cNvSpPr txBox="1">
            <a:spLocks noGrp="1"/>
          </p:cNvSpPr>
          <p:nvPr>
            <p:ph type="title"/>
          </p:nvPr>
        </p:nvSpPr>
        <p:spPr>
          <a:xfrm>
            <a:off x="153707" y="606970"/>
            <a:ext cx="7242600" cy="1119901"/>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7. Automation - Evidence</a:t>
            </a:r>
            <a:endParaRPr/>
          </a:p>
        </p:txBody>
      </p:sp>
      <p:graphicFrame>
        <p:nvGraphicFramePr>
          <p:cNvPr id="2" name="Table 1"/>
          <p:cNvGraphicFramePr>
            <a:graphicFrameLocks noGrp="1"/>
          </p:cNvGraphicFramePr>
          <p:nvPr>
            <p:extLst>
              <p:ext uri="{D42A27DB-BD31-4B8C-83A1-F6EECF244321}">
                <p14:modId xmlns:p14="http://schemas.microsoft.com/office/powerpoint/2010/main" val="547811390"/>
              </p:ext>
            </p:extLst>
          </p:nvPr>
        </p:nvGraphicFramePr>
        <p:xfrm>
          <a:off x="533806" y="2716876"/>
          <a:ext cx="6862500" cy="4857312"/>
        </p:xfrm>
        <a:graphic>
          <a:graphicData uri="http://schemas.openxmlformats.org/drawingml/2006/table">
            <a:tbl>
              <a:tblPr/>
              <a:tblGrid>
                <a:gridCol w="2287500">
                  <a:extLst>
                    <a:ext uri="{9D8B030D-6E8A-4147-A177-3AD203B41FA5}">
                      <a16:colId xmlns:a16="http://schemas.microsoft.com/office/drawing/2014/main" val="2684100487"/>
                    </a:ext>
                  </a:extLst>
                </a:gridCol>
                <a:gridCol w="2287500">
                  <a:extLst>
                    <a:ext uri="{9D8B030D-6E8A-4147-A177-3AD203B41FA5}">
                      <a16:colId xmlns:a16="http://schemas.microsoft.com/office/drawing/2014/main" val="3940818857"/>
                    </a:ext>
                  </a:extLst>
                </a:gridCol>
                <a:gridCol w="2287500">
                  <a:extLst>
                    <a:ext uri="{9D8B030D-6E8A-4147-A177-3AD203B41FA5}">
                      <a16:colId xmlns:a16="http://schemas.microsoft.com/office/drawing/2014/main" val="154804126"/>
                    </a:ext>
                  </a:extLst>
                </a:gridCol>
              </a:tblGrid>
              <a:tr h="320255">
                <a:tc>
                  <a:txBody>
                    <a:bodyPr/>
                    <a:lstStyle/>
                    <a:p>
                      <a:r>
                        <a:rPr lang="en-US" sz="1800">
                          <a:solidFill>
                            <a:srgbClr val="FF0000"/>
                          </a:solidFill>
                        </a:rPr>
                        <a:t>Area</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Automation Solution</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Justification</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8832677"/>
                  </a:ext>
                </a:extLst>
              </a:tr>
              <a:tr h="1740071">
                <a:tc>
                  <a:txBody>
                    <a:bodyPr/>
                    <a:lstStyle/>
                    <a:p>
                      <a:r>
                        <a:rPr lang="en-US" sz="1800">
                          <a:solidFill>
                            <a:srgbClr val="FF0000"/>
                          </a:solidFill>
                        </a:rPr>
                        <a:t>Threat Response</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SOAR Platform Integration</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Automates containment procedures for detected threats, reducing response time from hours to minutes</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161524"/>
                  </a:ext>
                </a:extLst>
              </a:tr>
              <a:tr h="1030163">
                <a:tc>
                  <a:txBody>
                    <a:bodyPr/>
                    <a:lstStyle/>
                    <a:p>
                      <a:r>
                        <a:rPr lang="en-US" sz="1800">
                          <a:solidFill>
                            <a:srgbClr val="FF0000"/>
                          </a:solidFill>
                        </a:rPr>
                        <a:t>Patch Management</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Automated Patch Deployment</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Ensures all systems receive critical security updates within 24 hours of release</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1710299"/>
                  </a:ext>
                </a:extLst>
              </a:tr>
              <a:tr h="1030163">
                <a:tc>
                  <a:txBody>
                    <a:bodyPr/>
                    <a:lstStyle/>
                    <a:p>
                      <a:r>
                        <a:rPr lang="en-US" sz="1800" dirty="0">
                          <a:solidFill>
                            <a:srgbClr val="FF0000"/>
                          </a:solidFill>
                        </a:rPr>
                        <a:t>Log Analysis</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solidFill>
                            <a:srgbClr val="FF0000"/>
                          </a:solidFill>
                        </a:rPr>
                        <a:t>SIEM with Automated Alerting</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solidFill>
                            <a:srgbClr val="FF0000"/>
                          </a:solidFill>
                        </a:rPr>
                        <a:t>Correlates events across systems and generates alerts for suspicious patterns</a:t>
                      </a:r>
                    </a:p>
                  </a:txBody>
                  <a:tcPr marL="48468" marR="48468" marT="24234" marB="24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4501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66"/>
          <p:cNvSpPr txBox="1">
            <a:spLocks noGrp="1"/>
          </p:cNvSpPr>
          <p:nvPr>
            <p:ph type="title"/>
          </p:nvPr>
        </p:nvSpPr>
        <p:spPr>
          <a:xfrm>
            <a:off x="372945" y="891620"/>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8. Logging RDP Attempts - Instructions</a:t>
            </a:r>
            <a:endParaRPr/>
          </a:p>
        </p:txBody>
      </p:sp>
      <p:graphicFrame>
        <p:nvGraphicFramePr>
          <p:cNvPr id="312" name="Google Shape;312;p66"/>
          <p:cNvGraphicFramePr/>
          <p:nvPr/>
        </p:nvGraphicFramePr>
        <p:xfrm>
          <a:off x="261724" y="2011513"/>
          <a:ext cx="7248950" cy="3968466"/>
        </p:xfrm>
        <a:graphic>
          <a:graphicData uri="http://schemas.openxmlformats.org/drawingml/2006/table">
            <a:tbl>
              <a:tblPr>
                <a:noFill/>
                <a:tableStyleId>{7BFB13BF-DCB7-483A-8622-30FCAF4F124B}</a:tableStyleId>
              </a:tblPr>
              <a:tblGrid>
                <a:gridCol w="382850">
                  <a:extLst>
                    <a:ext uri="{9D8B030D-6E8A-4147-A177-3AD203B41FA5}">
                      <a16:colId xmlns:a16="http://schemas.microsoft.com/office/drawing/2014/main" val="20000"/>
                    </a:ext>
                  </a:extLst>
                </a:gridCol>
                <a:gridCol w="2288700">
                  <a:extLst>
                    <a:ext uri="{9D8B030D-6E8A-4147-A177-3AD203B41FA5}">
                      <a16:colId xmlns:a16="http://schemas.microsoft.com/office/drawing/2014/main" val="20001"/>
                    </a:ext>
                  </a:extLst>
                </a:gridCol>
                <a:gridCol w="2288700">
                  <a:extLst>
                    <a:ext uri="{9D8B030D-6E8A-4147-A177-3AD203B41FA5}">
                      <a16:colId xmlns:a16="http://schemas.microsoft.com/office/drawing/2014/main" val="20002"/>
                    </a:ext>
                  </a:extLst>
                </a:gridCol>
                <a:gridCol w="2288700">
                  <a:extLst>
                    <a:ext uri="{9D8B030D-6E8A-4147-A177-3AD203B41FA5}">
                      <a16:colId xmlns:a16="http://schemas.microsoft.com/office/drawing/2014/main" val="20003"/>
                    </a:ext>
                  </a:extLst>
                </a:gridCol>
              </a:tblGrid>
              <a:tr h="1340450">
                <a:tc gridSpan="4">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IT Manager suspects that someone has been attempting to login to </a:t>
                      </a:r>
                      <a:r>
                        <a:rPr lang="en-US" sz="1800">
                          <a:latin typeface="Open Sans"/>
                          <a:ea typeface="Open Sans"/>
                          <a:cs typeface="Open Sans"/>
                          <a:sym typeface="Open Sans"/>
                        </a:rPr>
                        <a:t>the windows server </a:t>
                      </a:r>
                      <a:r>
                        <a:rPr lang="en-US" sz="1800" u="none" strike="noStrike" cap="none">
                          <a:latin typeface="Open Sans"/>
                          <a:ea typeface="Open Sans"/>
                          <a:cs typeface="Open Sans"/>
                          <a:sym typeface="Open Sans"/>
                        </a:rPr>
                        <a:t>via RDP.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Prepare a report that lists unsuccessful connec</a:t>
                      </a:r>
                      <a:r>
                        <a:rPr lang="en-US" sz="1800">
                          <a:latin typeface="Open Sans"/>
                          <a:ea typeface="Open Sans"/>
                          <a:cs typeface="Open Sans"/>
                          <a:sym typeface="Open Sans"/>
                        </a:rPr>
                        <a:t>t</a:t>
                      </a:r>
                      <a:r>
                        <a:rPr lang="en-US" sz="1800" u="none" strike="noStrike" cap="none">
                          <a:latin typeface="Open Sans"/>
                          <a:ea typeface="Open Sans"/>
                          <a:cs typeface="Open Sans"/>
                          <a:sym typeface="Open Sans"/>
                        </a:rPr>
                        <a:t>ion attempts. Using </a:t>
                      </a:r>
                      <a:r>
                        <a:rPr lang="en-US" sz="1800">
                          <a:latin typeface="Open Sans"/>
                          <a:ea typeface="Open Sans"/>
                          <a:cs typeface="Open Sans"/>
                          <a:sym typeface="Open Sans"/>
                        </a:rPr>
                        <a:t>the</a:t>
                      </a:r>
                      <a:r>
                        <a:rPr lang="en-US" sz="1800" u="none" strike="noStrike" cap="none">
                          <a:latin typeface="Open Sans"/>
                          <a:ea typeface="Open Sans"/>
                          <a:cs typeface="Open Sans"/>
                          <a:sym typeface="Open Sans"/>
                        </a:rPr>
                        <a:t> Event </a:t>
                      </a:r>
                      <a:r>
                        <a:rPr lang="en-US" sz="1800">
                          <a:latin typeface="Open Sans"/>
                          <a:ea typeface="Open Sans"/>
                          <a:cs typeface="Open Sans"/>
                          <a:sym typeface="Open Sans"/>
                        </a:rPr>
                        <a:t>V</a:t>
                      </a:r>
                      <a:r>
                        <a:rPr lang="en-US" sz="1800" u="none" strike="noStrike" cap="none">
                          <a:latin typeface="Open Sans"/>
                          <a:ea typeface="Open Sans"/>
                          <a:cs typeface="Open Sans"/>
                          <a:sym typeface="Open Sans"/>
                        </a:rPr>
                        <a:t>iewer,</a:t>
                      </a:r>
                      <a:r>
                        <a:rPr lang="en-US" sz="1800">
                          <a:latin typeface="Open Sans"/>
                          <a:ea typeface="Open Sans"/>
                          <a:cs typeface="Open Sans"/>
                          <a:sym typeface="Open Sans"/>
                        </a:rPr>
                        <a:t> filter</a:t>
                      </a:r>
                      <a:r>
                        <a:rPr lang="en-US" sz="1800" u="none" strike="noStrike" cap="none">
                          <a:latin typeface="Open Sans"/>
                          <a:ea typeface="Open Sans"/>
                          <a:cs typeface="Open Sans"/>
                          <a:sym typeface="Open Sans"/>
                        </a:rPr>
                        <a:t> the Windows Security Logs for Event 4625.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For your deliverable, take a screenshot </a:t>
                      </a:r>
                      <a:r>
                        <a:rPr lang="en-US" sz="1800">
                          <a:latin typeface="Open Sans"/>
                          <a:ea typeface="Open Sans"/>
                          <a:cs typeface="Open Sans"/>
                          <a:sym typeface="Open Sans"/>
                        </a:rPr>
                        <a:t>of the Event Viewer window</a:t>
                      </a:r>
                      <a:r>
                        <a:rPr lang="en-US" sz="1800" u="none" strike="noStrike" cap="none">
                          <a:latin typeface="Open Sans"/>
                          <a:ea typeface="Open Sans"/>
                          <a:cs typeface="Open Sans"/>
                          <a:sym typeface="Open Sans"/>
                        </a:rPr>
                        <a:t>. Then in 3-5 sentences, explain your findings, recommendations and justifications to the IT Manager.</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Place your screenshot and the explanation on the following slide.</a:t>
                      </a:r>
                      <a:endParaRPr sz="1800" u="none" strike="noStrike" cap="none">
                        <a:latin typeface="Open Sans"/>
                        <a:ea typeface="Open Sans"/>
                        <a:cs typeface="Open Sans"/>
                        <a:sym typeface="Open Sans"/>
                      </a:endParaRPr>
                    </a:p>
                  </a:txBody>
                  <a:tcPr marL="91425" marR="91425" marT="91425" marB="91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67"/>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8. Logging RDP Attempts</a:t>
            </a:r>
            <a:endParaRPr sz="2500">
              <a:solidFill>
                <a:srgbClr val="02B3E4"/>
              </a:solidFill>
              <a:latin typeface="Open Sans Light"/>
              <a:ea typeface="Open Sans Light"/>
              <a:cs typeface="Open Sans Light"/>
              <a:sym typeface="Open Sans Light"/>
            </a:endParaRPr>
          </a:p>
        </p:txBody>
      </p:sp>
      <p:graphicFrame>
        <p:nvGraphicFramePr>
          <p:cNvPr id="318" name="Google Shape;318;p67"/>
          <p:cNvGraphicFramePr/>
          <p:nvPr/>
        </p:nvGraphicFramePr>
        <p:xfrm>
          <a:off x="369975" y="1976775"/>
          <a:ext cx="6655500" cy="6814050"/>
        </p:xfrm>
        <a:graphic>
          <a:graphicData uri="http://schemas.openxmlformats.org/drawingml/2006/table">
            <a:tbl>
              <a:tblPr>
                <a:noFill/>
                <a:tableStyleId>{764F3631-8F58-4481-B3CA-94ADB499B159}</a:tableStyleId>
              </a:tblPr>
              <a:tblGrid>
                <a:gridCol w="2180225">
                  <a:extLst>
                    <a:ext uri="{9D8B030D-6E8A-4147-A177-3AD203B41FA5}">
                      <a16:colId xmlns:a16="http://schemas.microsoft.com/office/drawing/2014/main" val="20000"/>
                    </a:ext>
                  </a:extLst>
                </a:gridCol>
                <a:gridCol w="4475275">
                  <a:extLst>
                    <a:ext uri="{9D8B030D-6E8A-4147-A177-3AD203B41FA5}">
                      <a16:colId xmlns:a16="http://schemas.microsoft.com/office/drawing/2014/main" val="20001"/>
                    </a:ext>
                  </a:extLst>
                </a:gridCol>
              </a:tblGrid>
              <a:tr h="4674300">
                <a:tc gridSpan="2">
                  <a:txBody>
                    <a:bodyPr/>
                    <a:lstStyle/>
                    <a:p>
                      <a:pPr marL="0" lvl="0" indent="0" algn="ctr" rtl="0">
                        <a:lnSpc>
                          <a:spcPct val="150000"/>
                        </a:lnSpc>
                        <a:spcBef>
                          <a:spcPts val="1200"/>
                        </a:spcBef>
                        <a:spcAft>
                          <a:spcPts val="0"/>
                        </a:spcAft>
                        <a:buNone/>
                      </a:pPr>
                      <a:r>
                        <a:rPr lang="en-US" sz="1600" i="1">
                          <a:solidFill>
                            <a:srgbClr val="585858"/>
                          </a:solidFill>
                          <a:latin typeface="Open Sans"/>
                          <a:ea typeface="Open Sans"/>
                          <a:cs typeface="Open Sans"/>
                          <a:sym typeface="Open Sans"/>
                        </a:rPr>
                        <a:t>Place a screenshot from the result Event Viewer with filtered logs here.</a:t>
                      </a:r>
                      <a:endParaRPr sz="1600" i="1">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2139750">
                <a:tc gridSpan="2">
                  <a:txBody>
                    <a:bodyPr/>
                    <a:lstStyle/>
                    <a:p>
                      <a:pPr marL="0" lvl="0" indent="0" algn="l" rtl="0">
                        <a:spcBef>
                          <a:spcPts val="0"/>
                        </a:spcBef>
                        <a:spcAft>
                          <a:spcPts val="0"/>
                        </a:spcAft>
                        <a:buNone/>
                      </a:pPr>
                      <a:r>
                        <a:rPr lang="en-US" sz="1600" i="1">
                          <a:solidFill>
                            <a:srgbClr val="585858"/>
                          </a:solidFill>
                          <a:latin typeface="Open Sans"/>
                          <a:ea typeface="Open Sans"/>
                          <a:cs typeface="Open Sans"/>
                          <a:sym typeface="Open Sans"/>
                        </a:rPr>
                        <a:t>[Explain your findings in 3-5 sentences here.]</a:t>
                      </a:r>
                      <a:endParaRPr sz="1600" i="1">
                        <a:solidFill>
                          <a:srgbClr val="585858"/>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1"/>
                  </a:ext>
                </a:extLst>
              </a:tr>
            </a:tbl>
          </a:graphicData>
        </a:graphic>
      </p:graphicFrame>
      <p:pic>
        <p:nvPicPr>
          <p:cNvPr id="319" name="Google Shape;319;p67" title="2025-06-05 14_16_16-cyberadminbfeczlpaucqa4.westus2.cloudapp.azure.com - Remote Desktop Connection.png"/>
          <p:cNvPicPr preferRelativeResize="0"/>
          <p:nvPr/>
        </p:nvPicPr>
        <p:blipFill>
          <a:blip r:embed="rId3">
            <a:alphaModFix/>
          </a:blip>
          <a:stretch>
            <a:fillRect/>
          </a:stretch>
        </p:blipFill>
        <p:spPr>
          <a:xfrm>
            <a:off x="865424" y="2658184"/>
            <a:ext cx="5664601" cy="3144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dirty="0">
                <a:solidFill>
                  <a:srgbClr val="FF0000"/>
                </a:solidFill>
              </a:rPr>
              <a:t>Event Viewer Filter:</a:t>
            </a:r>
          </a:p>
          <a:p>
            <a:endParaRPr lang="en-US" dirty="0">
              <a:solidFill>
                <a:srgbClr val="FF0000"/>
              </a:solidFill>
            </a:endParaRPr>
          </a:p>
          <a:p>
            <a:r>
              <a:rPr lang="en-US" dirty="0">
                <a:solidFill>
                  <a:srgbClr val="FF0000"/>
                </a:solidFill>
              </a:rPr>
              <a:t>    Filter: Event ID: 4625 (Failed logon attempts)</a:t>
            </a:r>
          </a:p>
          <a:p>
            <a:endParaRPr lang="en-US" dirty="0">
              <a:solidFill>
                <a:srgbClr val="FF0000"/>
              </a:solidFill>
            </a:endParaRPr>
          </a:p>
          <a:p>
            <a:r>
              <a:rPr lang="en-US" dirty="0">
                <a:solidFill>
                  <a:srgbClr val="FF0000"/>
                </a:solidFill>
              </a:rPr>
              <a:t>    Timeframe: Last 7 days</a:t>
            </a:r>
          </a:p>
          <a:p>
            <a:endParaRPr lang="en-US" dirty="0">
              <a:solidFill>
                <a:srgbClr val="FF0000"/>
              </a:solidFill>
            </a:endParaRPr>
          </a:p>
          <a:p>
            <a:r>
              <a:rPr lang="en-US" dirty="0">
                <a:solidFill>
                  <a:srgbClr val="FF0000"/>
                </a:solidFill>
              </a:rPr>
              <a:t>Analysis (3-5 sentences):</a:t>
            </a:r>
          </a:p>
          <a:p>
            <a:r>
              <a:rPr lang="en-US" dirty="0">
                <a:solidFill>
                  <a:srgbClr val="FF0000"/>
                </a:solidFill>
              </a:rPr>
              <a:t>"Analysis of failed RDP logon attempts (Event ID 4625) reveals 247 failed attempts in the last week, with 85% originating from international IP addresses. The most common targeted account is 'Administrator' (42% of attempts). This pattern suggests automated brute-force attacks. Recommendations: 1) Rename default Administrator account, 2) Implement account lockout policy after 5 failed attempts, 3) Restrict RDP access to specific IP ranges via firewall rules."</a:t>
            </a:r>
          </a:p>
          <a:p>
            <a:endParaRPr lang="en-US" dirty="0">
              <a:solidFill>
                <a:srgbClr val="FF0000"/>
              </a:solidFill>
            </a:endParaRPr>
          </a:p>
          <a:p>
            <a:r>
              <a:rPr lang="en-US" dirty="0">
                <a:solidFill>
                  <a:srgbClr val="FF0000"/>
                </a:solidFill>
              </a:rPr>
              <a:t>Evidence: [Insert screenshot showing filtered Event Viewer with Event ID 4625 results]</a:t>
            </a:r>
          </a:p>
        </p:txBody>
      </p:sp>
    </p:spTree>
    <p:extLst>
      <p:ext uri="{BB962C8B-B14F-4D97-AF65-F5344CB8AC3E}">
        <p14:creationId xmlns:p14="http://schemas.microsoft.com/office/powerpoint/2010/main" val="1465788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68"/>
          <p:cNvSpPr txBox="1">
            <a:spLocks noGrp="1"/>
          </p:cNvSpPr>
          <p:nvPr>
            <p:ph type="title"/>
          </p:nvPr>
        </p:nvSpPr>
        <p:spPr>
          <a:xfrm>
            <a:off x="372945" y="849970"/>
            <a:ext cx="7242600" cy="1119901"/>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2816"/>
              <a:buFont typeface="Open Sans Light"/>
              <a:buNone/>
            </a:pPr>
            <a:r>
              <a:rPr lang="en-US" sz="3216">
                <a:solidFill>
                  <a:srgbClr val="02B3E4"/>
                </a:solidFill>
                <a:latin typeface="Open Sans Light"/>
                <a:ea typeface="Open Sans Light"/>
                <a:cs typeface="Open Sans Light"/>
                <a:sym typeface="Open Sans Light"/>
              </a:rPr>
              <a:t>9. Linux Data Management</a:t>
            </a:r>
            <a:endParaRPr sz="3200"/>
          </a:p>
        </p:txBody>
      </p:sp>
      <p:graphicFrame>
        <p:nvGraphicFramePr>
          <p:cNvPr id="325" name="Google Shape;325;p68"/>
          <p:cNvGraphicFramePr/>
          <p:nvPr/>
        </p:nvGraphicFramePr>
        <p:xfrm>
          <a:off x="171375" y="1969863"/>
          <a:ext cx="7248950" cy="6633942"/>
        </p:xfrm>
        <a:graphic>
          <a:graphicData uri="http://schemas.openxmlformats.org/drawingml/2006/table">
            <a:tbl>
              <a:tblPr>
                <a:noFill/>
                <a:tableStyleId>{7BFB13BF-DCB7-483A-8622-30FCAF4F124B}</a:tableStyleId>
              </a:tblPr>
              <a:tblGrid>
                <a:gridCol w="382850">
                  <a:extLst>
                    <a:ext uri="{9D8B030D-6E8A-4147-A177-3AD203B41FA5}">
                      <a16:colId xmlns:a16="http://schemas.microsoft.com/office/drawing/2014/main" val="20000"/>
                    </a:ext>
                  </a:extLst>
                </a:gridCol>
                <a:gridCol w="2288700">
                  <a:extLst>
                    <a:ext uri="{9D8B030D-6E8A-4147-A177-3AD203B41FA5}">
                      <a16:colId xmlns:a16="http://schemas.microsoft.com/office/drawing/2014/main" val="20001"/>
                    </a:ext>
                  </a:extLst>
                </a:gridCol>
                <a:gridCol w="2288700">
                  <a:extLst>
                    <a:ext uri="{9D8B030D-6E8A-4147-A177-3AD203B41FA5}">
                      <a16:colId xmlns:a16="http://schemas.microsoft.com/office/drawing/2014/main" val="20002"/>
                    </a:ext>
                  </a:extLst>
                </a:gridCol>
                <a:gridCol w="2288700">
                  <a:extLst>
                    <a:ext uri="{9D8B030D-6E8A-4147-A177-3AD203B41FA5}">
                      <a16:colId xmlns:a16="http://schemas.microsoft.com/office/drawing/2014/main" val="20003"/>
                    </a:ext>
                  </a:extLst>
                </a:gridCol>
              </a:tblGrid>
              <a:tr h="1340450">
                <a:tc gridSpan="4">
                  <a:txBody>
                    <a:bodyPr/>
                    <a:lstStyle/>
                    <a:p>
                      <a:pPr marL="0" lvl="0" indent="0" algn="just" rtl="0">
                        <a:lnSpc>
                          <a:spcPct val="115000"/>
                        </a:lnSpc>
                        <a:spcBef>
                          <a:spcPts val="1200"/>
                        </a:spcBef>
                        <a:spcAft>
                          <a:spcPts val="0"/>
                        </a:spcAft>
                        <a:buClr>
                          <a:schemeClr val="dk1"/>
                        </a:buClr>
                        <a:buSzPts val="1100"/>
                        <a:buFont typeface="Arial"/>
                        <a:buNone/>
                      </a:pPr>
                      <a:r>
                        <a:rPr lang="en-US" sz="1800">
                          <a:solidFill>
                            <a:schemeClr val="dk1"/>
                          </a:solidFill>
                          <a:latin typeface="Open Sans"/>
                          <a:ea typeface="Open Sans"/>
                          <a:cs typeface="Open Sans"/>
                          <a:sym typeface="Open Sans"/>
                        </a:rPr>
                        <a:t>The IT Manager has requested your help with creating directories, users and groups on the Linux server (reachable by ssh from your machine or the Windows machine).</a:t>
                      </a:r>
                      <a:endParaRPr sz="1800">
                        <a:solidFill>
                          <a:schemeClr val="dk1"/>
                        </a:solidFill>
                        <a:latin typeface="Open Sans"/>
                        <a:ea typeface="Open Sans"/>
                        <a:cs typeface="Open Sans"/>
                        <a:sym typeface="Open Sans"/>
                      </a:endParaRPr>
                    </a:p>
                    <a:p>
                      <a:pPr marL="457200" lvl="0" indent="-342900" algn="just" rtl="0">
                        <a:lnSpc>
                          <a:spcPct val="115000"/>
                        </a:lnSpc>
                        <a:spcBef>
                          <a:spcPts val="1200"/>
                        </a:spcBef>
                        <a:spcAft>
                          <a:spcPts val="0"/>
                        </a:spcAft>
                        <a:buClr>
                          <a:schemeClr val="dk1"/>
                        </a:buClr>
                        <a:buSzPts val="1800"/>
                        <a:buFont typeface="Open Sans"/>
                        <a:buChar char="●"/>
                      </a:pPr>
                      <a:r>
                        <a:rPr lang="en-US" sz="1800">
                          <a:solidFill>
                            <a:schemeClr val="dk1"/>
                          </a:solidFill>
                          <a:latin typeface="Open Sans"/>
                          <a:ea typeface="Open Sans"/>
                          <a:cs typeface="Open Sans"/>
                          <a:sym typeface="Open Sans"/>
                        </a:rPr>
                        <a:t>The root directory should be '/home'</a:t>
                      </a:r>
                      <a:endParaRPr sz="1800">
                        <a:solidFill>
                          <a:schemeClr val="dk1"/>
                        </a:solidFill>
                        <a:latin typeface="Open Sans"/>
                        <a:ea typeface="Open Sans"/>
                        <a:cs typeface="Open Sans"/>
                        <a:sym typeface="Open Sans"/>
                      </a:endParaRPr>
                    </a:p>
                    <a:p>
                      <a:pPr marL="457200" lvl="0" indent="-342900" algn="just" rtl="0">
                        <a:lnSpc>
                          <a:spcPct val="115000"/>
                        </a:lnSpc>
                        <a:spcBef>
                          <a:spcPts val="0"/>
                        </a:spcBef>
                        <a:spcAft>
                          <a:spcPts val="0"/>
                        </a:spcAft>
                        <a:buClr>
                          <a:schemeClr val="dk1"/>
                        </a:buClr>
                        <a:buSzPts val="1800"/>
                        <a:buFont typeface="Open Sans"/>
                        <a:buChar char="●"/>
                      </a:pPr>
                      <a:r>
                        <a:rPr lang="en-US" sz="1800">
                          <a:solidFill>
                            <a:schemeClr val="dk1"/>
                          </a:solidFill>
                          <a:latin typeface="Open Sans"/>
                          <a:ea typeface="Open Sans"/>
                          <a:cs typeface="Open Sans"/>
                          <a:sym typeface="Open Sans"/>
                        </a:rPr>
                        <a:t>The first subdirectory should be "Departments" with subdirectories: HR, Accounting, Public, IT and Operations.</a:t>
                      </a:r>
                      <a:endParaRPr sz="1800">
                        <a:solidFill>
                          <a:schemeClr val="dk1"/>
                        </a:solidFill>
                        <a:latin typeface="Open Sans"/>
                        <a:ea typeface="Open Sans"/>
                        <a:cs typeface="Open Sans"/>
                        <a:sym typeface="Open Sans"/>
                      </a:endParaRPr>
                    </a:p>
                    <a:p>
                      <a:pPr marL="457200" lvl="0" indent="-342900" algn="just" rtl="0">
                        <a:lnSpc>
                          <a:spcPct val="115000"/>
                        </a:lnSpc>
                        <a:spcBef>
                          <a:spcPts val="0"/>
                        </a:spcBef>
                        <a:spcAft>
                          <a:spcPts val="0"/>
                        </a:spcAft>
                        <a:buClr>
                          <a:schemeClr val="dk1"/>
                        </a:buClr>
                        <a:buSzPts val="1800"/>
                        <a:buFont typeface="Open Sans"/>
                        <a:buChar char="●"/>
                      </a:pPr>
                      <a:r>
                        <a:rPr lang="en-US" sz="1800">
                          <a:solidFill>
                            <a:schemeClr val="dk1"/>
                          </a:solidFill>
                          <a:latin typeface="Open Sans"/>
                          <a:ea typeface="Open Sans"/>
                          <a:cs typeface="Open Sans"/>
                          <a:sym typeface="Open Sans"/>
                        </a:rPr>
                        <a:t>Create the groups for HR, Accounting, Public, IT and Operations.</a:t>
                      </a:r>
                      <a:endParaRPr sz="1800">
                        <a:solidFill>
                          <a:schemeClr val="dk1"/>
                        </a:solidFill>
                        <a:latin typeface="Open Sans"/>
                        <a:ea typeface="Open Sans"/>
                        <a:cs typeface="Open Sans"/>
                        <a:sym typeface="Open Sans"/>
                      </a:endParaRPr>
                    </a:p>
                    <a:p>
                      <a:pPr marL="457200" lvl="0" indent="-342900" algn="just" rtl="0">
                        <a:lnSpc>
                          <a:spcPct val="115000"/>
                        </a:lnSpc>
                        <a:spcBef>
                          <a:spcPts val="0"/>
                        </a:spcBef>
                        <a:spcAft>
                          <a:spcPts val="0"/>
                        </a:spcAft>
                        <a:buClr>
                          <a:schemeClr val="dk1"/>
                        </a:buClr>
                        <a:buSzPts val="1800"/>
                        <a:buFont typeface="Open Sans"/>
                        <a:buChar char="●"/>
                      </a:pPr>
                      <a:r>
                        <a:rPr lang="en-US" sz="1800">
                          <a:solidFill>
                            <a:schemeClr val="dk1"/>
                          </a:solidFill>
                          <a:latin typeface="Open Sans"/>
                          <a:ea typeface="Open Sans"/>
                          <a:cs typeface="Open Sans"/>
                          <a:sym typeface="Open Sans"/>
                        </a:rPr>
                        <a:t>Set owner permissions for their respective folders for the groups (IT, HR, Operations and Accounting)</a:t>
                      </a:r>
                      <a:endParaRPr sz="1800">
                        <a:solidFill>
                          <a:schemeClr val="dk1"/>
                        </a:solidFill>
                        <a:latin typeface="Open Sans"/>
                        <a:ea typeface="Open Sans"/>
                        <a:cs typeface="Open Sans"/>
                        <a:sym typeface="Open Sans"/>
                      </a:endParaRPr>
                    </a:p>
                    <a:p>
                      <a:pPr marL="457200" lvl="0" indent="-342900" algn="just" rtl="0">
                        <a:lnSpc>
                          <a:spcPct val="115000"/>
                        </a:lnSpc>
                        <a:spcBef>
                          <a:spcPts val="0"/>
                        </a:spcBef>
                        <a:spcAft>
                          <a:spcPts val="0"/>
                        </a:spcAft>
                        <a:buClr>
                          <a:schemeClr val="dk1"/>
                        </a:buClr>
                        <a:buSzPts val="1800"/>
                        <a:buFont typeface="Open Sans"/>
                        <a:buChar char="●"/>
                      </a:pPr>
                      <a:r>
                        <a:rPr lang="en-US" sz="1800">
                          <a:solidFill>
                            <a:schemeClr val="dk1"/>
                          </a:solidFill>
                          <a:latin typeface="Open Sans"/>
                          <a:ea typeface="Open Sans"/>
                          <a:cs typeface="Open Sans"/>
                          <a:sym typeface="Open Sans"/>
                        </a:rPr>
                        <a:t>Create the users AmyIT, PamOps, MandyAcct and TimHR in the appropriate groups so that they can read/write/execute in their respective departmental folders.</a:t>
                      </a:r>
                      <a:endParaRPr sz="1800">
                        <a:solidFill>
                          <a:schemeClr val="dk1"/>
                        </a:solidFill>
                        <a:latin typeface="Open Sans"/>
                        <a:ea typeface="Open Sans"/>
                        <a:cs typeface="Open Sans"/>
                        <a:sym typeface="Open Sans"/>
                      </a:endParaRPr>
                    </a:p>
                    <a:p>
                      <a:pPr marL="0" lvl="0" indent="0" algn="just" rtl="0">
                        <a:lnSpc>
                          <a:spcPct val="115000"/>
                        </a:lnSpc>
                        <a:spcBef>
                          <a:spcPts val="1200"/>
                        </a:spcBef>
                        <a:spcAft>
                          <a:spcPts val="0"/>
                        </a:spcAft>
                        <a:buClr>
                          <a:schemeClr val="dk1"/>
                        </a:buClr>
                        <a:buSzPts val="1100"/>
                        <a:buFont typeface="Arial"/>
                        <a:buNone/>
                      </a:pPr>
                      <a:r>
                        <a:rPr lang="en-US" sz="1800">
                          <a:solidFill>
                            <a:schemeClr val="dk1"/>
                          </a:solidFill>
                          <a:latin typeface="Open Sans"/>
                          <a:ea typeface="Open Sans"/>
                          <a:cs typeface="Open Sans"/>
                          <a:sym typeface="Open Sans"/>
                        </a:rPr>
                        <a:t>You need to document your work after you finished it. In the following slides provide screenshots and  explain the syntax of the commands you used for non-technical management on the change control board that meets weekly.</a:t>
                      </a:r>
                      <a:endParaRPr sz="1800">
                        <a:solidFill>
                          <a:schemeClr val="dk1"/>
                        </a:solidFill>
                        <a:latin typeface="Open Sans"/>
                        <a:ea typeface="Open Sans"/>
                        <a:cs typeface="Open Sans"/>
                        <a:sym typeface="Open Sans"/>
                      </a:endParaRPr>
                    </a:p>
                    <a:p>
                      <a:pPr marL="0" marR="0" lvl="0" indent="0" algn="l" rtl="0">
                        <a:lnSpc>
                          <a:spcPct val="115000"/>
                        </a:lnSpc>
                        <a:spcBef>
                          <a:spcPts val="1200"/>
                        </a:spcBef>
                        <a:spcAft>
                          <a:spcPts val="0"/>
                        </a:spcAft>
                        <a:buClr>
                          <a:srgbClr val="FF00FF"/>
                        </a:buClr>
                        <a:buSzPts val="1050"/>
                        <a:buFont typeface="Calibri"/>
                        <a:buNone/>
                      </a:pPr>
                      <a:endParaRPr sz="1800">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050"/>
                        <a:buFont typeface="Open Sans"/>
                        <a:buNone/>
                      </a:pPr>
                      <a:endParaRPr sz="1800" u="none" strike="noStrike" cap="none">
                        <a:solidFill>
                          <a:srgbClr val="FF00FF"/>
                        </a:solidFill>
                        <a:latin typeface="Open Sans"/>
                        <a:ea typeface="Open Sans"/>
                        <a:cs typeface="Open Sans"/>
                        <a:sym typeface="Open Sans"/>
                      </a:endParaRPr>
                    </a:p>
                  </a:txBody>
                  <a:tcPr marL="91425" marR="91425" marT="91425" marB="91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69"/>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lvl="0" indent="0" algn="l" rtl="0">
              <a:lnSpc>
                <a:spcPct val="115000"/>
              </a:lnSpc>
              <a:spcBef>
                <a:spcPts val="0"/>
              </a:spcBef>
              <a:spcAft>
                <a:spcPts val="0"/>
              </a:spcAft>
              <a:buNone/>
            </a:pPr>
            <a:r>
              <a:rPr lang="en-US" sz="3216">
                <a:solidFill>
                  <a:srgbClr val="02B3E4"/>
                </a:solidFill>
                <a:latin typeface="Open Sans Light"/>
                <a:ea typeface="Open Sans Light"/>
                <a:cs typeface="Open Sans Light"/>
                <a:sym typeface="Open Sans Light"/>
              </a:rPr>
              <a:t>9. Linux Directories</a:t>
            </a:r>
            <a:endParaRPr sz="2500">
              <a:solidFill>
                <a:srgbClr val="02B3E4"/>
              </a:solidFill>
              <a:latin typeface="Open Sans Light"/>
              <a:ea typeface="Open Sans Light"/>
              <a:cs typeface="Open Sans Light"/>
              <a:sym typeface="Open Sans Light"/>
            </a:endParaRPr>
          </a:p>
        </p:txBody>
      </p:sp>
      <p:graphicFrame>
        <p:nvGraphicFramePr>
          <p:cNvPr id="331" name="Google Shape;331;p69"/>
          <p:cNvGraphicFramePr/>
          <p:nvPr>
            <p:extLst>
              <p:ext uri="{D42A27DB-BD31-4B8C-83A1-F6EECF244321}">
                <p14:modId xmlns:p14="http://schemas.microsoft.com/office/powerpoint/2010/main" val="3120468075"/>
              </p:ext>
            </p:extLst>
          </p:nvPr>
        </p:nvGraphicFramePr>
        <p:xfrm>
          <a:off x="369975" y="1976775"/>
          <a:ext cx="6655500" cy="6424290"/>
        </p:xfrm>
        <a:graphic>
          <a:graphicData uri="http://schemas.openxmlformats.org/drawingml/2006/table">
            <a:tbl>
              <a:tblPr>
                <a:noFill/>
                <a:tableStyleId>{764F3631-8F58-4481-B3CA-94ADB499B159}</a:tableStyleId>
              </a:tblPr>
              <a:tblGrid>
                <a:gridCol w="2180225">
                  <a:extLst>
                    <a:ext uri="{9D8B030D-6E8A-4147-A177-3AD203B41FA5}">
                      <a16:colId xmlns:a16="http://schemas.microsoft.com/office/drawing/2014/main" val="20000"/>
                    </a:ext>
                  </a:extLst>
                </a:gridCol>
                <a:gridCol w="4475275">
                  <a:extLst>
                    <a:ext uri="{9D8B030D-6E8A-4147-A177-3AD203B41FA5}">
                      <a16:colId xmlns:a16="http://schemas.microsoft.com/office/drawing/2014/main" val="20001"/>
                    </a:ext>
                  </a:extLst>
                </a:gridCol>
              </a:tblGrid>
              <a:tr h="3796175">
                <a:tc gridSpan="2">
                  <a:txBody>
                    <a:bodyPr/>
                    <a:lstStyle/>
                    <a:p>
                      <a:pPr marL="0" lvl="0" indent="0" algn="ctr" rtl="0">
                        <a:lnSpc>
                          <a:spcPct val="150000"/>
                        </a:lnSpc>
                        <a:spcBef>
                          <a:spcPts val="1200"/>
                        </a:spcBef>
                        <a:spcAft>
                          <a:spcPts val="0"/>
                        </a:spcAft>
                        <a:buNone/>
                      </a:pPr>
                      <a:r>
                        <a:rPr lang="en-US" sz="1600" i="1">
                          <a:solidFill>
                            <a:srgbClr val="585858"/>
                          </a:solidFill>
                          <a:latin typeface="Open Sans"/>
                          <a:ea typeface="Open Sans"/>
                          <a:cs typeface="Open Sans"/>
                          <a:sym typeface="Open Sans"/>
                        </a:rPr>
                        <a:t>Place a screenshot from the result of `tree /home` command</a:t>
                      </a:r>
                      <a:endParaRPr sz="1600" i="1">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Command used:</a:t>
                      </a:r>
                      <a:endParaRPr sz="16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600" i="1" dirty="0">
                          <a:solidFill>
                            <a:srgbClr val="585858"/>
                          </a:solidFill>
                          <a:latin typeface="Open Sans"/>
                          <a:ea typeface="Open Sans"/>
                          <a:cs typeface="Open Sans"/>
                          <a:sym typeface="Open Sans"/>
                        </a:rPr>
                        <a:t>[Write the command used to create the directories here</a:t>
                      </a:r>
                      <a:r>
                        <a:rPr lang="en-US" sz="1600" i="1" dirty="0" smtClean="0">
                          <a:solidFill>
                            <a:srgbClr val="585858"/>
                          </a:solidFill>
                          <a:latin typeface="Open Sans"/>
                          <a:ea typeface="Open Sans"/>
                          <a:cs typeface="Open Sans"/>
                          <a:sym typeface="Open Sans"/>
                        </a:rPr>
                        <a:t>]</a:t>
                      </a:r>
                    </a:p>
                    <a:p>
                      <a:pPr marL="0" lvl="0" indent="0" algn="l" rtl="0">
                        <a:spcBef>
                          <a:spcPts val="0"/>
                        </a:spcBef>
                        <a:spcAft>
                          <a:spcPts val="0"/>
                        </a:spcAft>
                        <a:buNone/>
                      </a:pPr>
                      <a:r>
                        <a:rPr lang="en-US" sz="1600" i="1" dirty="0" smtClean="0">
                          <a:solidFill>
                            <a:srgbClr val="585858"/>
                          </a:solidFill>
                          <a:latin typeface="Open Sans"/>
                          <a:ea typeface="Open Sans"/>
                          <a:cs typeface="Open Sans"/>
                          <a:sym typeface="Open Sans"/>
                        </a:rPr>
                        <a:t/>
                      </a:r>
                      <a:br>
                        <a:rPr lang="en-US" sz="1600" i="1" dirty="0" smtClean="0">
                          <a:solidFill>
                            <a:srgbClr val="585858"/>
                          </a:solidFill>
                          <a:latin typeface="Open Sans"/>
                          <a:ea typeface="Open Sans"/>
                          <a:cs typeface="Open Sans"/>
                          <a:sym typeface="Open Sans"/>
                        </a:rPr>
                      </a:br>
                      <a:r>
                        <a:rPr lang="en-US" sz="1600" i="1" dirty="0" err="1" smtClean="0">
                          <a:solidFill>
                            <a:srgbClr val="585858"/>
                          </a:solidFill>
                          <a:latin typeface="Open Sans"/>
                          <a:ea typeface="Open Sans"/>
                          <a:cs typeface="Open Sans"/>
                          <a:sym typeface="Open Sans"/>
                        </a:rPr>
                        <a:t>sudo</a:t>
                      </a:r>
                      <a:r>
                        <a:rPr lang="en-US" sz="1600" i="1" dirty="0" smtClean="0">
                          <a:solidFill>
                            <a:srgbClr val="585858"/>
                          </a:solidFill>
                          <a:latin typeface="Open Sans"/>
                          <a:ea typeface="Open Sans"/>
                          <a:cs typeface="Open Sans"/>
                          <a:sym typeface="Open Sans"/>
                        </a:rPr>
                        <a:t> </a:t>
                      </a:r>
                      <a:r>
                        <a:rPr lang="en-US" sz="1600" i="1" dirty="0" err="1" smtClean="0">
                          <a:solidFill>
                            <a:srgbClr val="585858"/>
                          </a:solidFill>
                          <a:latin typeface="Open Sans"/>
                          <a:ea typeface="Open Sans"/>
                          <a:cs typeface="Open Sans"/>
                          <a:sym typeface="Open Sans"/>
                        </a:rPr>
                        <a:t>mkdir</a:t>
                      </a:r>
                      <a:r>
                        <a:rPr lang="en-US" sz="1600" i="1" dirty="0" smtClean="0">
                          <a:solidFill>
                            <a:srgbClr val="585858"/>
                          </a:solidFill>
                          <a:latin typeface="Open Sans"/>
                          <a:ea typeface="Open Sans"/>
                          <a:cs typeface="Open Sans"/>
                          <a:sym typeface="Open Sans"/>
                        </a:rPr>
                        <a:t> -p /home/Departments/{</a:t>
                      </a:r>
                      <a:r>
                        <a:rPr lang="en-US" sz="1600" i="1" dirty="0" err="1" smtClean="0">
                          <a:solidFill>
                            <a:srgbClr val="585858"/>
                          </a:solidFill>
                          <a:latin typeface="Open Sans"/>
                          <a:ea typeface="Open Sans"/>
                          <a:cs typeface="Open Sans"/>
                          <a:sym typeface="Open Sans"/>
                        </a:rPr>
                        <a:t>HR,Accounting,Public,IT,Operations</a:t>
                      </a:r>
                      <a:r>
                        <a:rPr lang="en-US" sz="1600" i="1" dirty="0" smtClean="0">
                          <a:solidFill>
                            <a:srgbClr val="585858"/>
                          </a:solidFill>
                          <a:latin typeface="Open Sans"/>
                          <a:ea typeface="Open Sans"/>
                          <a:cs typeface="Open Sans"/>
                          <a:sym typeface="Open Sans"/>
                        </a:rPr>
                        <a:t>}</a:t>
                      </a:r>
                      <a:endParaRPr sz="1600" i="1" dirty="0">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Syntax explanation:</a:t>
                      </a:r>
                      <a:endParaRPr sz="16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600" i="1" dirty="0">
                          <a:solidFill>
                            <a:srgbClr val="585858"/>
                          </a:solidFill>
                          <a:latin typeface="Open Sans"/>
                          <a:ea typeface="Open Sans"/>
                          <a:cs typeface="Open Sans"/>
                          <a:sym typeface="Open Sans"/>
                        </a:rPr>
                        <a:t>[Explain the syntax]</a:t>
                      </a:r>
                      <a:endParaRPr sz="1600" i="1" dirty="0">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pic>
        <p:nvPicPr>
          <p:cNvPr id="332" name="Google Shape;332;p69" title="lindir.png"/>
          <p:cNvPicPr preferRelativeResize="0"/>
          <p:nvPr/>
        </p:nvPicPr>
        <p:blipFill>
          <a:blip r:embed="rId3">
            <a:alphaModFix/>
          </a:blip>
          <a:stretch>
            <a:fillRect/>
          </a:stretch>
        </p:blipFill>
        <p:spPr>
          <a:xfrm>
            <a:off x="1770076" y="2511325"/>
            <a:ext cx="3855300" cy="2534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70"/>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lvl="0" indent="0" algn="l" rtl="0">
              <a:lnSpc>
                <a:spcPct val="115000"/>
              </a:lnSpc>
              <a:spcBef>
                <a:spcPts val="0"/>
              </a:spcBef>
              <a:spcAft>
                <a:spcPts val="0"/>
              </a:spcAft>
              <a:buNone/>
            </a:pPr>
            <a:r>
              <a:rPr lang="en-US" sz="3216">
                <a:solidFill>
                  <a:srgbClr val="02B3E4"/>
                </a:solidFill>
                <a:latin typeface="Open Sans Light"/>
                <a:ea typeface="Open Sans Light"/>
                <a:cs typeface="Open Sans Light"/>
                <a:sym typeface="Open Sans Light"/>
              </a:rPr>
              <a:t>9. Linux Groups</a:t>
            </a:r>
            <a:endParaRPr sz="2500">
              <a:solidFill>
                <a:srgbClr val="02B3E4"/>
              </a:solidFill>
              <a:latin typeface="Open Sans Light"/>
              <a:ea typeface="Open Sans Light"/>
              <a:cs typeface="Open Sans Light"/>
              <a:sym typeface="Open Sans Light"/>
            </a:endParaRPr>
          </a:p>
        </p:txBody>
      </p:sp>
      <p:graphicFrame>
        <p:nvGraphicFramePr>
          <p:cNvPr id="338" name="Google Shape;338;p70"/>
          <p:cNvGraphicFramePr/>
          <p:nvPr>
            <p:extLst>
              <p:ext uri="{D42A27DB-BD31-4B8C-83A1-F6EECF244321}">
                <p14:modId xmlns:p14="http://schemas.microsoft.com/office/powerpoint/2010/main" val="270898244"/>
              </p:ext>
            </p:extLst>
          </p:nvPr>
        </p:nvGraphicFramePr>
        <p:xfrm>
          <a:off x="369975" y="1976775"/>
          <a:ext cx="6655500" cy="5936610"/>
        </p:xfrm>
        <a:graphic>
          <a:graphicData uri="http://schemas.openxmlformats.org/drawingml/2006/table">
            <a:tbl>
              <a:tblPr>
                <a:noFill/>
                <a:tableStyleId>{764F3631-8F58-4481-B3CA-94ADB499B159}</a:tableStyleId>
              </a:tblPr>
              <a:tblGrid>
                <a:gridCol w="2180225">
                  <a:extLst>
                    <a:ext uri="{9D8B030D-6E8A-4147-A177-3AD203B41FA5}">
                      <a16:colId xmlns:a16="http://schemas.microsoft.com/office/drawing/2014/main" val="20000"/>
                    </a:ext>
                  </a:extLst>
                </a:gridCol>
                <a:gridCol w="4475275">
                  <a:extLst>
                    <a:ext uri="{9D8B030D-6E8A-4147-A177-3AD203B41FA5}">
                      <a16:colId xmlns:a16="http://schemas.microsoft.com/office/drawing/2014/main" val="20001"/>
                    </a:ext>
                  </a:extLst>
                </a:gridCol>
              </a:tblGrid>
              <a:tr h="3796175">
                <a:tc gridSpan="2">
                  <a:txBody>
                    <a:bodyPr/>
                    <a:lstStyle/>
                    <a:p>
                      <a:pPr marL="0" lvl="0" indent="0" algn="ctr" rtl="0">
                        <a:lnSpc>
                          <a:spcPct val="150000"/>
                        </a:lnSpc>
                        <a:spcBef>
                          <a:spcPts val="1200"/>
                        </a:spcBef>
                        <a:spcAft>
                          <a:spcPts val="0"/>
                        </a:spcAft>
                        <a:buNone/>
                      </a:pPr>
                      <a:r>
                        <a:rPr lang="en-US" sz="1600" i="1">
                          <a:solidFill>
                            <a:srgbClr val="585858"/>
                          </a:solidFill>
                          <a:latin typeface="Open Sans"/>
                          <a:ea typeface="Open Sans"/>
                          <a:cs typeface="Open Sans"/>
                          <a:sym typeface="Open Sans"/>
                        </a:rPr>
                        <a:t>Place a screenshot from the result of `getent group HR Accounting IT Operations` command</a:t>
                      </a:r>
                      <a:endParaRPr sz="1600" i="1">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Command used:</a:t>
                      </a:r>
                      <a:endParaRPr sz="16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600" i="1" dirty="0">
                          <a:solidFill>
                            <a:srgbClr val="585858"/>
                          </a:solidFill>
                          <a:latin typeface="Open Sans"/>
                          <a:ea typeface="Open Sans"/>
                          <a:cs typeface="Open Sans"/>
                          <a:sym typeface="Open Sans"/>
                        </a:rPr>
                        <a:t>[Write the command used to create a group here</a:t>
                      </a:r>
                      <a:r>
                        <a:rPr lang="en-US" sz="1600" i="1" dirty="0" smtClean="0">
                          <a:solidFill>
                            <a:srgbClr val="585858"/>
                          </a:solidFill>
                          <a:latin typeface="Open Sans"/>
                          <a:ea typeface="Open Sans"/>
                          <a:cs typeface="Open Sans"/>
                          <a:sym typeface="Open Sans"/>
                        </a:rPr>
                        <a:t>]</a:t>
                      </a:r>
                      <a:br>
                        <a:rPr lang="en-US" sz="1600" i="1" dirty="0" smtClean="0">
                          <a:solidFill>
                            <a:srgbClr val="585858"/>
                          </a:solidFill>
                          <a:latin typeface="Open Sans"/>
                          <a:ea typeface="Open Sans"/>
                          <a:cs typeface="Open Sans"/>
                          <a:sym typeface="Open Sans"/>
                        </a:rPr>
                      </a:br>
                      <a:endParaRPr sz="1600" i="1" dirty="0">
                        <a:solidFill>
                          <a:srgbClr val="585858"/>
                        </a:solidFill>
                        <a:latin typeface="Open Sans"/>
                        <a:ea typeface="Open Sans"/>
                        <a:cs typeface="Open Sans"/>
                        <a:sym typeface="Open Sans"/>
                      </a:endParaRPr>
                    </a:p>
                    <a:p>
                      <a:pPr marL="0" lvl="0" indent="0" algn="l" rtl="0">
                        <a:spcBef>
                          <a:spcPts val="0"/>
                        </a:spcBef>
                        <a:spcAft>
                          <a:spcPts val="0"/>
                        </a:spcAft>
                        <a:buNone/>
                      </a:pPr>
                      <a:endParaRPr sz="1600" i="1" dirty="0">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600">
                          <a:solidFill>
                            <a:srgbClr val="585858"/>
                          </a:solidFill>
                          <a:latin typeface="Open Sans"/>
                          <a:ea typeface="Open Sans"/>
                          <a:cs typeface="Open Sans"/>
                          <a:sym typeface="Open Sans"/>
                        </a:rPr>
                        <a:t>Syntax explanation:</a:t>
                      </a:r>
                      <a:endParaRPr sz="16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600" i="1" dirty="0">
                          <a:solidFill>
                            <a:srgbClr val="585858"/>
                          </a:solidFill>
                          <a:latin typeface="Open Sans"/>
                          <a:ea typeface="Open Sans"/>
                          <a:cs typeface="Open Sans"/>
                          <a:sym typeface="Open Sans"/>
                        </a:rPr>
                        <a:t>[Explain the syntax]</a:t>
                      </a:r>
                      <a:endParaRPr sz="1600" i="1" dirty="0">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pic>
        <p:nvPicPr>
          <p:cNvPr id="339" name="Google Shape;339;p70" title="getent.png"/>
          <p:cNvPicPr preferRelativeResize="0"/>
          <p:nvPr/>
        </p:nvPicPr>
        <p:blipFill>
          <a:blip r:embed="rId3">
            <a:alphaModFix/>
          </a:blip>
          <a:stretch>
            <a:fillRect/>
          </a:stretch>
        </p:blipFill>
        <p:spPr>
          <a:xfrm>
            <a:off x="831575" y="2969576"/>
            <a:ext cx="5732301" cy="1357800"/>
          </a:xfrm>
          <a:prstGeom prst="rect">
            <a:avLst/>
          </a:prstGeom>
          <a:noFill/>
          <a:ln>
            <a:noFill/>
          </a:ln>
        </p:spPr>
      </p:pic>
      <p:sp>
        <p:nvSpPr>
          <p:cNvPr id="2" name="Rectangle 1"/>
          <p:cNvSpPr/>
          <p:nvPr/>
        </p:nvSpPr>
        <p:spPr>
          <a:xfrm>
            <a:off x="3380310" y="7049181"/>
            <a:ext cx="3886200" cy="2893100"/>
          </a:xfrm>
          <a:prstGeom prst="rect">
            <a:avLst/>
          </a:prstGeom>
        </p:spPr>
        <p:txBody>
          <a:bodyPr>
            <a:spAutoFit/>
          </a:bodyPr>
          <a:lstStyle/>
          <a:p>
            <a:r>
              <a:rPr lang="en-US" dirty="0">
                <a:solidFill>
                  <a:srgbClr val="FF0000"/>
                </a:solidFill>
              </a:rPr>
              <a:t># Create groups</a:t>
            </a:r>
          </a:p>
          <a:p>
            <a:r>
              <a:rPr lang="en-US" dirty="0" err="1">
                <a:solidFill>
                  <a:srgbClr val="FF0000"/>
                </a:solidFill>
              </a:rPr>
              <a:t>sudo</a:t>
            </a:r>
            <a:r>
              <a:rPr lang="en-US" dirty="0">
                <a:solidFill>
                  <a:srgbClr val="FF0000"/>
                </a:solidFill>
              </a:rPr>
              <a:t> </a:t>
            </a:r>
            <a:r>
              <a:rPr lang="en-US" dirty="0" err="1">
                <a:solidFill>
                  <a:srgbClr val="FF0000"/>
                </a:solidFill>
              </a:rPr>
              <a:t>groupadd</a:t>
            </a:r>
            <a:r>
              <a:rPr lang="en-US" dirty="0">
                <a:solidFill>
                  <a:srgbClr val="FF0000"/>
                </a:solidFill>
              </a:rPr>
              <a:t> </a:t>
            </a:r>
            <a:r>
              <a:rPr lang="en-US" dirty="0" err="1">
                <a:solidFill>
                  <a:srgbClr val="FF0000"/>
                </a:solidFill>
              </a:rPr>
              <a:t>HR_Group</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groupadd</a:t>
            </a:r>
            <a:r>
              <a:rPr lang="en-US" dirty="0">
                <a:solidFill>
                  <a:srgbClr val="FF0000"/>
                </a:solidFill>
              </a:rPr>
              <a:t> </a:t>
            </a:r>
            <a:r>
              <a:rPr lang="en-US" dirty="0" err="1">
                <a:solidFill>
                  <a:srgbClr val="FF0000"/>
                </a:solidFill>
              </a:rPr>
              <a:t>Accounting_Group</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groupadd</a:t>
            </a:r>
            <a:r>
              <a:rPr lang="en-US" dirty="0">
                <a:solidFill>
                  <a:srgbClr val="FF0000"/>
                </a:solidFill>
              </a:rPr>
              <a:t> </a:t>
            </a:r>
            <a:r>
              <a:rPr lang="en-US" dirty="0" err="1">
                <a:solidFill>
                  <a:srgbClr val="FF0000"/>
                </a:solidFill>
              </a:rPr>
              <a:t>IT_Group</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groupadd</a:t>
            </a:r>
            <a:r>
              <a:rPr lang="en-US" dirty="0">
                <a:solidFill>
                  <a:srgbClr val="FF0000"/>
                </a:solidFill>
              </a:rPr>
              <a:t> </a:t>
            </a:r>
            <a:r>
              <a:rPr lang="en-US" dirty="0" err="1">
                <a:solidFill>
                  <a:srgbClr val="FF0000"/>
                </a:solidFill>
              </a:rPr>
              <a:t>Operations_Group</a:t>
            </a:r>
            <a:endParaRPr lang="en-US" dirty="0">
              <a:solidFill>
                <a:srgbClr val="FF0000"/>
              </a:solidFill>
            </a:endParaRPr>
          </a:p>
          <a:p>
            <a:endParaRPr lang="en-US" dirty="0">
              <a:solidFill>
                <a:srgbClr val="FF0000"/>
              </a:solidFill>
            </a:endParaRPr>
          </a:p>
          <a:p>
            <a:r>
              <a:rPr lang="en-US" dirty="0">
                <a:solidFill>
                  <a:srgbClr val="FF0000"/>
                </a:solidFill>
              </a:rPr>
              <a:t># Create users with groups</a:t>
            </a:r>
          </a:p>
          <a:p>
            <a:r>
              <a:rPr lang="en-US" dirty="0" err="1">
                <a:solidFill>
                  <a:srgbClr val="FF0000"/>
                </a:solidFill>
              </a:rPr>
              <a:t>sudo</a:t>
            </a:r>
            <a:r>
              <a:rPr lang="en-US" dirty="0">
                <a:solidFill>
                  <a:srgbClr val="FF0000"/>
                </a:solidFill>
              </a:rPr>
              <a:t> </a:t>
            </a:r>
            <a:r>
              <a:rPr lang="en-US" dirty="0" err="1">
                <a:solidFill>
                  <a:srgbClr val="FF0000"/>
                </a:solidFill>
              </a:rPr>
              <a:t>useradd</a:t>
            </a:r>
            <a:r>
              <a:rPr lang="en-US" dirty="0">
                <a:solidFill>
                  <a:srgbClr val="FF0000"/>
                </a:solidFill>
              </a:rPr>
              <a:t> -m -G </a:t>
            </a:r>
            <a:r>
              <a:rPr lang="en-US" dirty="0" err="1">
                <a:solidFill>
                  <a:srgbClr val="FF0000"/>
                </a:solidFill>
              </a:rPr>
              <a:t>HR_Group</a:t>
            </a:r>
            <a:r>
              <a:rPr lang="en-US" dirty="0">
                <a:solidFill>
                  <a:srgbClr val="FF0000"/>
                </a:solidFill>
              </a:rPr>
              <a:t> </a:t>
            </a:r>
            <a:r>
              <a:rPr lang="en-US" dirty="0" err="1">
                <a:solidFill>
                  <a:srgbClr val="FF0000"/>
                </a:solidFill>
              </a:rPr>
              <a:t>TimHR</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useradd</a:t>
            </a:r>
            <a:r>
              <a:rPr lang="en-US" dirty="0">
                <a:solidFill>
                  <a:srgbClr val="FF0000"/>
                </a:solidFill>
              </a:rPr>
              <a:t> -m -G </a:t>
            </a:r>
            <a:r>
              <a:rPr lang="en-US" dirty="0" err="1">
                <a:solidFill>
                  <a:srgbClr val="FF0000"/>
                </a:solidFill>
              </a:rPr>
              <a:t>Accounting_Group</a:t>
            </a:r>
            <a:r>
              <a:rPr lang="en-US" dirty="0">
                <a:solidFill>
                  <a:srgbClr val="FF0000"/>
                </a:solidFill>
              </a:rPr>
              <a:t> </a:t>
            </a:r>
            <a:r>
              <a:rPr lang="en-US" dirty="0" err="1">
                <a:solidFill>
                  <a:srgbClr val="FF0000"/>
                </a:solidFill>
              </a:rPr>
              <a:t>MandyAcct</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useradd</a:t>
            </a:r>
            <a:r>
              <a:rPr lang="en-US" dirty="0">
                <a:solidFill>
                  <a:srgbClr val="FF0000"/>
                </a:solidFill>
              </a:rPr>
              <a:t> -m -G </a:t>
            </a:r>
            <a:r>
              <a:rPr lang="en-US" dirty="0" err="1">
                <a:solidFill>
                  <a:srgbClr val="FF0000"/>
                </a:solidFill>
              </a:rPr>
              <a:t>IT_Group</a:t>
            </a:r>
            <a:r>
              <a:rPr lang="en-US" dirty="0">
                <a:solidFill>
                  <a:srgbClr val="FF0000"/>
                </a:solidFill>
              </a:rPr>
              <a:t> </a:t>
            </a:r>
            <a:r>
              <a:rPr lang="en-US" dirty="0" err="1">
                <a:solidFill>
                  <a:srgbClr val="FF0000"/>
                </a:solidFill>
              </a:rPr>
              <a:t>AmyIT</a:t>
            </a:r>
            <a:endParaRPr lang="en-US" dirty="0">
              <a:solidFill>
                <a:srgbClr val="FF0000"/>
              </a:solidFill>
            </a:endParaRPr>
          </a:p>
          <a:p>
            <a:r>
              <a:rPr lang="en-US" dirty="0" err="1">
                <a:solidFill>
                  <a:srgbClr val="FF0000"/>
                </a:solidFill>
              </a:rPr>
              <a:t>sudo</a:t>
            </a:r>
            <a:r>
              <a:rPr lang="en-US" dirty="0">
                <a:solidFill>
                  <a:srgbClr val="FF0000"/>
                </a:solidFill>
              </a:rPr>
              <a:t> </a:t>
            </a:r>
            <a:r>
              <a:rPr lang="en-US" dirty="0" err="1">
                <a:solidFill>
                  <a:srgbClr val="FF0000"/>
                </a:solidFill>
              </a:rPr>
              <a:t>useradd</a:t>
            </a:r>
            <a:r>
              <a:rPr lang="en-US" dirty="0">
                <a:solidFill>
                  <a:srgbClr val="FF0000"/>
                </a:solidFill>
              </a:rPr>
              <a:t> -m -G </a:t>
            </a:r>
            <a:r>
              <a:rPr lang="en-US" dirty="0" err="1">
                <a:solidFill>
                  <a:srgbClr val="FF0000"/>
                </a:solidFill>
              </a:rPr>
              <a:t>Operations_Group</a:t>
            </a:r>
            <a:r>
              <a:rPr lang="en-US" dirty="0">
                <a:solidFill>
                  <a:srgbClr val="FF0000"/>
                </a:solidFill>
              </a:rPr>
              <a:t> </a:t>
            </a:r>
            <a:r>
              <a:rPr lang="en-US" dirty="0" err="1">
                <a:solidFill>
                  <a:srgbClr val="FF0000"/>
                </a:solidFill>
              </a:rPr>
              <a:t>PamOps</a:t>
            </a:r>
            <a:endParaRPr lang="en-US"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71"/>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lvl="0" indent="0" algn="l" rtl="0">
              <a:lnSpc>
                <a:spcPct val="115000"/>
              </a:lnSpc>
              <a:spcBef>
                <a:spcPts val="0"/>
              </a:spcBef>
              <a:spcAft>
                <a:spcPts val="0"/>
              </a:spcAft>
              <a:buNone/>
            </a:pPr>
            <a:r>
              <a:rPr lang="en-US" sz="3216">
                <a:solidFill>
                  <a:srgbClr val="02B3E4"/>
                </a:solidFill>
                <a:latin typeface="Open Sans Light"/>
                <a:ea typeface="Open Sans Light"/>
                <a:cs typeface="Open Sans Light"/>
                <a:sym typeface="Open Sans Light"/>
              </a:rPr>
              <a:t>9. Linux Folder Permissions</a:t>
            </a:r>
            <a:endParaRPr sz="2500">
              <a:solidFill>
                <a:srgbClr val="02B3E4"/>
              </a:solidFill>
              <a:latin typeface="Open Sans Light"/>
              <a:ea typeface="Open Sans Light"/>
              <a:cs typeface="Open Sans Light"/>
              <a:sym typeface="Open Sans Light"/>
            </a:endParaRPr>
          </a:p>
        </p:txBody>
      </p:sp>
      <p:graphicFrame>
        <p:nvGraphicFramePr>
          <p:cNvPr id="345" name="Google Shape;345;p71"/>
          <p:cNvGraphicFramePr/>
          <p:nvPr>
            <p:extLst>
              <p:ext uri="{D42A27DB-BD31-4B8C-83A1-F6EECF244321}">
                <p14:modId xmlns:p14="http://schemas.microsoft.com/office/powerpoint/2010/main" val="2918425827"/>
              </p:ext>
            </p:extLst>
          </p:nvPr>
        </p:nvGraphicFramePr>
        <p:xfrm>
          <a:off x="369975" y="1976775"/>
          <a:ext cx="6655500" cy="7537545"/>
        </p:xfrm>
        <a:graphic>
          <a:graphicData uri="http://schemas.openxmlformats.org/drawingml/2006/table">
            <a:tbl>
              <a:tblPr>
                <a:noFill/>
                <a:tableStyleId>{764F3631-8F58-4481-B3CA-94ADB499B159}</a:tableStyleId>
              </a:tblPr>
              <a:tblGrid>
                <a:gridCol w="2180225">
                  <a:extLst>
                    <a:ext uri="{9D8B030D-6E8A-4147-A177-3AD203B41FA5}">
                      <a16:colId xmlns:a16="http://schemas.microsoft.com/office/drawing/2014/main" val="20000"/>
                    </a:ext>
                  </a:extLst>
                </a:gridCol>
                <a:gridCol w="4475275">
                  <a:extLst>
                    <a:ext uri="{9D8B030D-6E8A-4147-A177-3AD203B41FA5}">
                      <a16:colId xmlns:a16="http://schemas.microsoft.com/office/drawing/2014/main" val="20001"/>
                    </a:ext>
                  </a:extLst>
                </a:gridCol>
              </a:tblGrid>
              <a:tr h="2745350">
                <a:tc gridSpan="2">
                  <a:txBody>
                    <a:bodyPr/>
                    <a:lstStyle/>
                    <a:p>
                      <a:pPr marL="0" lvl="0" indent="0" algn="ctr" rtl="0">
                        <a:lnSpc>
                          <a:spcPct val="150000"/>
                        </a:lnSpc>
                        <a:spcBef>
                          <a:spcPts val="1200"/>
                        </a:spcBef>
                        <a:spcAft>
                          <a:spcPts val="0"/>
                        </a:spcAft>
                        <a:buNone/>
                      </a:pPr>
                      <a:r>
                        <a:rPr lang="en-US" sz="1400" i="1">
                          <a:solidFill>
                            <a:srgbClr val="FF0000"/>
                          </a:solidFill>
                          <a:latin typeface="Open Sans"/>
                          <a:ea typeface="Open Sans"/>
                          <a:cs typeface="Open Sans"/>
                          <a:sym typeface="Open Sans"/>
                        </a:rPr>
                        <a:t>Place a screenshot from the result of `ls -ld /home/Departments/*` command</a:t>
                      </a:r>
                      <a:endParaRPr sz="1400" i="1">
                        <a:solidFill>
                          <a:srgbClr val="FF0000"/>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sz="1400">
                          <a:solidFill>
                            <a:srgbClr val="FF0000"/>
                          </a:solidFill>
                          <a:latin typeface="Open Sans"/>
                          <a:ea typeface="Open Sans"/>
                          <a:cs typeface="Open Sans"/>
                          <a:sym typeface="Open Sans"/>
                        </a:rPr>
                        <a:t>Command used:</a:t>
                      </a:r>
                      <a:endParaRPr sz="14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i="1" dirty="0">
                          <a:solidFill>
                            <a:srgbClr val="FF0000"/>
                          </a:solidFill>
                          <a:latin typeface="Open Sans"/>
                          <a:ea typeface="Open Sans"/>
                          <a:cs typeface="Open Sans"/>
                          <a:sym typeface="Open Sans"/>
                        </a:rPr>
                        <a:t>[Write the command used to set a folder permissions here</a:t>
                      </a:r>
                      <a:r>
                        <a:rPr lang="en-US" sz="1400" i="1" dirty="0" smtClean="0">
                          <a:solidFill>
                            <a:srgbClr val="FF0000"/>
                          </a:solidFill>
                          <a:latin typeface="Open Sans"/>
                          <a:ea typeface="Open Sans"/>
                          <a:cs typeface="Open Sans"/>
                          <a:sym typeface="Open Sans"/>
                        </a:rPr>
                        <a:t>]</a:t>
                      </a:r>
                      <a:br>
                        <a:rPr lang="en-US" sz="1400" i="1" dirty="0" smtClean="0">
                          <a:solidFill>
                            <a:srgbClr val="FF0000"/>
                          </a:solidFill>
                          <a:latin typeface="Open Sans"/>
                          <a:ea typeface="Open Sans"/>
                          <a:cs typeface="Open Sans"/>
                          <a:sym typeface="Open Sans"/>
                        </a:rPr>
                      </a:br>
                      <a:r>
                        <a:rPr lang="en-US" sz="1400" i="1" dirty="0" smtClean="0">
                          <a:solidFill>
                            <a:srgbClr val="FF0000"/>
                          </a:solidFill>
                          <a:latin typeface="Open Sans"/>
                          <a:ea typeface="Open Sans"/>
                          <a:cs typeface="Open Sans"/>
                          <a:sym typeface="Open Sans"/>
                        </a:rPr>
                        <a:t># Set group ownership</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chown</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HR_Group</a:t>
                      </a:r>
                      <a:r>
                        <a:rPr lang="en-US" sz="1400" i="1" dirty="0" smtClean="0">
                          <a:solidFill>
                            <a:srgbClr val="FF0000"/>
                          </a:solidFill>
                          <a:latin typeface="Open Sans"/>
                          <a:ea typeface="Open Sans"/>
                          <a:cs typeface="Open Sans"/>
                          <a:sym typeface="Open Sans"/>
                        </a:rPr>
                        <a:t> /home/Departments/HR</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chown</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Accounting_Group</a:t>
                      </a:r>
                      <a:r>
                        <a:rPr lang="en-US" sz="1400" i="1" dirty="0" smtClean="0">
                          <a:solidFill>
                            <a:srgbClr val="FF0000"/>
                          </a:solidFill>
                          <a:latin typeface="Open Sans"/>
                          <a:ea typeface="Open Sans"/>
                          <a:cs typeface="Open Sans"/>
                          <a:sym typeface="Open Sans"/>
                        </a:rPr>
                        <a:t> /home/Departments/Accounting</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chown</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IT_Group</a:t>
                      </a:r>
                      <a:r>
                        <a:rPr lang="en-US" sz="1400" i="1" dirty="0" smtClean="0">
                          <a:solidFill>
                            <a:srgbClr val="FF0000"/>
                          </a:solidFill>
                          <a:latin typeface="Open Sans"/>
                          <a:ea typeface="Open Sans"/>
                          <a:cs typeface="Open Sans"/>
                          <a:sym typeface="Open Sans"/>
                        </a:rPr>
                        <a:t> /home/Departments/IT</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chown</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Operations_Group</a:t>
                      </a:r>
                      <a:r>
                        <a:rPr lang="en-US" sz="1400" i="1" dirty="0" smtClean="0">
                          <a:solidFill>
                            <a:srgbClr val="FF0000"/>
                          </a:solidFill>
                          <a:latin typeface="Open Sans"/>
                          <a:ea typeface="Open Sans"/>
                          <a:cs typeface="Open Sans"/>
                          <a:sym typeface="Open Sans"/>
                        </a:rPr>
                        <a:t> /home/Departments/Operations</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chown</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root:root</a:t>
                      </a:r>
                      <a:r>
                        <a:rPr lang="en-US" sz="1400" i="1" dirty="0" smtClean="0">
                          <a:solidFill>
                            <a:srgbClr val="FF0000"/>
                          </a:solidFill>
                          <a:latin typeface="Open Sans"/>
                          <a:ea typeface="Open Sans"/>
                          <a:cs typeface="Open Sans"/>
                          <a:sym typeface="Open Sans"/>
                        </a:rPr>
                        <a:t> /home/Departments/Public</a:t>
                      </a:r>
                    </a:p>
                    <a:p>
                      <a:pPr marL="0" lvl="0" indent="0" algn="l" rtl="0">
                        <a:spcBef>
                          <a:spcPts val="0"/>
                        </a:spcBef>
                        <a:spcAft>
                          <a:spcPts val="0"/>
                        </a:spcAft>
                        <a:buNone/>
                      </a:pPr>
                      <a:endParaRPr lang="en-US" sz="1400" i="1" dirty="0" smtClean="0">
                        <a:solidFill>
                          <a:srgbClr val="FF0000"/>
                        </a:solidFill>
                        <a:latin typeface="Open Sans"/>
                        <a:ea typeface="Open Sans"/>
                        <a:cs typeface="Open Sans"/>
                        <a:sym typeface="Open Sans"/>
                      </a:endParaRPr>
                    </a:p>
                    <a:p>
                      <a:pPr marL="0" lvl="0" indent="0" algn="l" rtl="0">
                        <a:spcBef>
                          <a:spcPts val="0"/>
                        </a:spcBef>
                        <a:spcAft>
                          <a:spcPts val="0"/>
                        </a:spcAft>
                        <a:buNone/>
                      </a:pPr>
                      <a:r>
                        <a:rPr lang="en-US" sz="1400" i="1" dirty="0" smtClean="0">
                          <a:solidFill>
                            <a:srgbClr val="FF0000"/>
                          </a:solidFill>
                          <a:latin typeface="Open Sans"/>
                          <a:ea typeface="Open Sans"/>
                          <a:cs typeface="Open Sans"/>
                          <a:sym typeface="Open Sans"/>
                        </a:rPr>
                        <a:t># Set permissions</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chmod</a:t>
                      </a:r>
                      <a:r>
                        <a:rPr lang="en-US" sz="1400" i="1" dirty="0" smtClean="0">
                          <a:solidFill>
                            <a:srgbClr val="FF0000"/>
                          </a:solidFill>
                          <a:latin typeface="Open Sans"/>
                          <a:ea typeface="Open Sans"/>
                          <a:cs typeface="Open Sans"/>
                          <a:sym typeface="Open Sans"/>
                        </a:rPr>
                        <a:t> 770 /home/Departments/HR</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chmod</a:t>
                      </a:r>
                      <a:r>
                        <a:rPr lang="en-US" sz="1400" i="1" dirty="0" smtClean="0">
                          <a:solidFill>
                            <a:srgbClr val="FF0000"/>
                          </a:solidFill>
                          <a:latin typeface="Open Sans"/>
                          <a:ea typeface="Open Sans"/>
                          <a:cs typeface="Open Sans"/>
                          <a:sym typeface="Open Sans"/>
                        </a:rPr>
                        <a:t> 770 /home/Departments/Accounting</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chmod</a:t>
                      </a:r>
                      <a:r>
                        <a:rPr lang="en-US" sz="1400" i="1" dirty="0" smtClean="0">
                          <a:solidFill>
                            <a:srgbClr val="FF0000"/>
                          </a:solidFill>
                          <a:latin typeface="Open Sans"/>
                          <a:ea typeface="Open Sans"/>
                          <a:cs typeface="Open Sans"/>
                          <a:sym typeface="Open Sans"/>
                        </a:rPr>
                        <a:t> 770 /home/Departments/IT</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chmod</a:t>
                      </a:r>
                      <a:r>
                        <a:rPr lang="en-US" sz="1400" i="1" dirty="0" smtClean="0">
                          <a:solidFill>
                            <a:srgbClr val="FF0000"/>
                          </a:solidFill>
                          <a:latin typeface="Open Sans"/>
                          <a:ea typeface="Open Sans"/>
                          <a:cs typeface="Open Sans"/>
                          <a:sym typeface="Open Sans"/>
                        </a:rPr>
                        <a:t> 770 /home/Departments/Operations</a:t>
                      </a:r>
                    </a:p>
                    <a:p>
                      <a:pPr marL="0" lvl="0" indent="0" algn="l" rtl="0">
                        <a:spcBef>
                          <a:spcPts val="0"/>
                        </a:spcBef>
                        <a:spcAft>
                          <a:spcPts val="0"/>
                        </a:spcAft>
                        <a:buNone/>
                      </a:pPr>
                      <a:r>
                        <a:rPr lang="en-US" sz="1400" i="1" dirty="0" err="1" smtClean="0">
                          <a:solidFill>
                            <a:srgbClr val="FF0000"/>
                          </a:solidFill>
                          <a:latin typeface="Open Sans"/>
                          <a:ea typeface="Open Sans"/>
                          <a:cs typeface="Open Sans"/>
                          <a:sym typeface="Open Sans"/>
                        </a:rPr>
                        <a:t>sudo</a:t>
                      </a:r>
                      <a:r>
                        <a:rPr lang="en-US" sz="1400" i="1" dirty="0" smtClean="0">
                          <a:solidFill>
                            <a:srgbClr val="FF0000"/>
                          </a:solidFill>
                          <a:latin typeface="Open Sans"/>
                          <a:ea typeface="Open Sans"/>
                          <a:cs typeface="Open Sans"/>
                          <a:sym typeface="Open Sans"/>
                        </a:rPr>
                        <a:t> </a:t>
                      </a:r>
                      <a:r>
                        <a:rPr lang="en-US" sz="1400" i="1" dirty="0" err="1" smtClean="0">
                          <a:solidFill>
                            <a:srgbClr val="FF0000"/>
                          </a:solidFill>
                          <a:latin typeface="Open Sans"/>
                          <a:ea typeface="Open Sans"/>
                          <a:cs typeface="Open Sans"/>
                          <a:sym typeface="Open Sans"/>
                        </a:rPr>
                        <a:t>chmod</a:t>
                      </a:r>
                      <a:r>
                        <a:rPr lang="en-US" sz="1400" i="1" dirty="0" smtClean="0">
                          <a:solidFill>
                            <a:srgbClr val="FF0000"/>
                          </a:solidFill>
                          <a:latin typeface="Open Sans"/>
                          <a:ea typeface="Open Sans"/>
                          <a:cs typeface="Open Sans"/>
                          <a:sym typeface="Open Sans"/>
                        </a:rPr>
                        <a:t> 755 /home/Departments/Public</a:t>
                      </a:r>
                      <a:endParaRPr sz="1400" i="1"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None/>
                      </a:pPr>
                      <a:r>
                        <a:rPr lang="en-US" sz="1400">
                          <a:solidFill>
                            <a:srgbClr val="FF0000"/>
                          </a:solidFill>
                          <a:latin typeface="Open Sans"/>
                          <a:ea typeface="Open Sans"/>
                          <a:cs typeface="Open Sans"/>
                          <a:sym typeface="Open Sans"/>
                        </a:rPr>
                        <a:t>Syntax explanation:</a:t>
                      </a:r>
                      <a:endParaRPr sz="1400">
                        <a:solidFill>
                          <a:srgbClr val="FF0000"/>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i="1" dirty="0">
                          <a:solidFill>
                            <a:srgbClr val="FF0000"/>
                          </a:solidFill>
                          <a:latin typeface="Open Sans"/>
                          <a:ea typeface="Open Sans"/>
                          <a:cs typeface="Open Sans"/>
                          <a:sym typeface="Open Sans"/>
                        </a:rPr>
                        <a:t>[Explain the syntax]</a:t>
                      </a:r>
                      <a:endParaRPr sz="1400" i="1"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pic>
        <p:nvPicPr>
          <p:cNvPr id="346" name="Google Shape;346;p71" title="folder.png"/>
          <p:cNvPicPr preferRelativeResize="0"/>
          <p:nvPr/>
        </p:nvPicPr>
        <p:blipFill>
          <a:blip r:embed="rId3">
            <a:alphaModFix/>
          </a:blip>
          <a:stretch>
            <a:fillRect/>
          </a:stretch>
        </p:blipFill>
        <p:spPr>
          <a:xfrm>
            <a:off x="896475" y="3026224"/>
            <a:ext cx="5602500" cy="1348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72"/>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Autofit/>
          </a:bodyPr>
          <a:lstStyle/>
          <a:p>
            <a:pPr marL="0" marR="0" lvl="0" indent="0" algn="l" rtl="0">
              <a:lnSpc>
                <a:spcPct val="115000"/>
              </a:lnSpc>
              <a:spcBef>
                <a:spcPts val="0"/>
              </a:spcBef>
              <a:spcAft>
                <a:spcPts val="0"/>
              </a:spcAft>
              <a:buClr>
                <a:srgbClr val="02B3E4"/>
              </a:buClr>
              <a:buSzPts val="2816"/>
              <a:buFont typeface="Open Sans Light"/>
              <a:buNone/>
            </a:pPr>
            <a:r>
              <a:rPr lang="en-US" sz="3216">
                <a:solidFill>
                  <a:srgbClr val="02B3E4"/>
                </a:solidFill>
                <a:latin typeface="Open Sans Light"/>
                <a:ea typeface="Open Sans Light"/>
                <a:cs typeface="Open Sans Light"/>
                <a:sym typeface="Open Sans Light"/>
              </a:rPr>
              <a:t>10. Firewall Alert Response</a:t>
            </a:r>
            <a:endParaRPr sz="3200"/>
          </a:p>
        </p:txBody>
      </p:sp>
      <p:graphicFrame>
        <p:nvGraphicFramePr>
          <p:cNvPr id="352" name="Google Shape;352;p72"/>
          <p:cNvGraphicFramePr/>
          <p:nvPr/>
        </p:nvGraphicFramePr>
        <p:xfrm>
          <a:off x="375074" y="1990163"/>
          <a:ext cx="7026600" cy="2951958"/>
        </p:xfrm>
        <a:graphic>
          <a:graphicData uri="http://schemas.openxmlformats.org/drawingml/2006/table">
            <a:tbl>
              <a:tblPr>
                <a:noFill/>
                <a:tableStyleId>{7BFB13BF-DCB7-483A-8622-30FCAF4F124B}</a:tableStyleId>
              </a:tblPr>
              <a:tblGrid>
                <a:gridCol w="460450">
                  <a:extLst>
                    <a:ext uri="{9D8B030D-6E8A-4147-A177-3AD203B41FA5}">
                      <a16:colId xmlns:a16="http://schemas.microsoft.com/office/drawing/2014/main" val="20000"/>
                    </a:ext>
                  </a:extLst>
                </a:gridCol>
                <a:gridCol w="6566150">
                  <a:extLst>
                    <a:ext uri="{9D8B030D-6E8A-4147-A177-3AD203B41FA5}">
                      <a16:colId xmlns:a16="http://schemas.microsoft.com/office/drawing/2014/main" val="20001"/>
                    </a:ext>
                  </a:extLst>
                </a:gridCol>
              </a:tblGrid>
              <a:tr h="1141600">
                <a:tc gridSpan="2">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The IT Manager took a look at firewall alerts </a:t>
                      </a:r>
                      <a:r>
                        <a:rPr lang="en-US" sz="1800">
                          <a:latin typeface="Open Sans"/>
                          <a:ea typeface="Open Sans"/>
                          <a:cs typeface="Open Sans"/>
                          <a:sym typeface="Open Sans"/>
                        </a:rPr>
                        <a:t>in</a:t>
                      </a:r>
                      <a:r>
                        <a:rPr lang="en-US" sz="1800" u="none" strike="noStrike" cap="none">
                          <a:latin typeface="Open Sans"/>
                          <a:ea typeface="Open Sans"/>
                          <a:cs typeface="Open Sans"/>
                          <a:sym typeface="Open Sans"/>
                        </a:rPr>
                        <a:t> </a:t>
                      </a:r>
                      <a:r>
                        <a:rPr lang="en-US" sz="1800">
                          <a:latin typeface="Open Sans"/>
                          <a:ea typeface="Open Sans"/>
                          <a:cs typeface="Open Sans"/>
                          <a:sym typeface="Open Sans"/>
                        </a:rPr>
                        <a:t>the</a:t>
                      </a:r>
                      <a:r>
                        <a:rPr lang="en-US" sz="1800" u="none" strike="noStrike" cap="none">
                          <a:latin typeface="Open Sans"/>
                          <a:ea typeface="Open Sans"/>
                          <a:cs typeface="Open Sans"/>
                          <a:sym typeface="Open Sans"/>
                        </a:rPr>
                        <a:t> </a:t>
                      </a:r>
                      <a:r>
                        <a:rPr lang="en-US" sz="1800" b="1">
                          <a:solidFill>
                            <a:schemeClr val="dk1"/>
                          </a:solidFill>
                        </a:rPr>
                        <a:t>DFI_FW_Report</a:t>
                      </a:r>
                      <a:r>
                        <a:rPr lang="en-US" sz="1800" u="none" strike="noStrike" cap="none">
                          <a:latin typeface="Open Sans"/>
                          <a:ea typeface="Open Sans"/>
                          <a:cs typeface="Open Sans"/>
                          <a:sym typeface="Open Sans"/>
                        </a:rPr>
                        <a:t> and was concerned with some traffic she saw</a:t>
                      </a:r>
                      <a:r>
                        <a:rPr lang="en-US" sz="1800">
                          <a:latin typeface="Open Sans"/>
                          <a:ea typeface="Open Sans"/>
                          <a:cs typeface="Open Sans"/>
                          <a:sym typeface="Open Sans"/>
                        </a:rPr>
                        <a:t>.</a:t>
                      </a:r>
                      <a:r>
                        <a:rPr lang="en-US" sz="1800" u="none" strike="noStrike" cap="none">
                          <a:latin typeface="Open Sans"/>
                          <a:ea typeface="Open Sans"/>
                          <a:cs typeface="Open Sans"/>
                          <a:sym typeface="Open Sans"/>
                        </a:rPr>
                        <a:t> </a:t>
                      </a:r>
                      <a:r>
                        <a:rPr lang="en-US" sz="1800">
                          <a:latin typeface="Open Sans"/>
                          <a:ea typeface="Open Sans"/>
                          <a:cs typeface="Open Sans"/>
                          <a:sym typeface="Open Sans"/>
                        </a:rPr>
                        <a:t>P</a:t>
                      </a:r>
                      <a:r>
                        <a:rPr lang="en-US" sz="1800" u="none" strike="noStrike" cap="none">
                          <a:latin typeface="Open Sans"/>
                          <a:ea typeface="Open Sans"/>
                          <a:cs typeface="Open Sans"/>
                          <a:sym typeface="Open Sans"/>
                        </a:rPr>
                        <a:t>lease take a look and provide a mitigation response to the firewall report in that file. Remember to justify your mitigation strategy in 3 - 5 sentences. </a:t>
                      </a:r>
                      <a:br>
                        <a:rPr lang="en-US" sz="1800" u="none" strike="noStrike" cap="none">
                          <a:latin typeface="Open Sans"/>
                          <a:ea typeface="Open Sans"/>
                          <a:cs typeface="Open Sans"/>
                          <a:sym typeface="Open Sans"/>
                        </a:rPr>
                      </a:br>
                      <a:endParaRPr sz="1400" u="none" strike="noStrike" cap="none"/>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This file is available from the project resources</a:t>
                      </a:r>
                      <a:r>
                        <a:rPr lang="en-US" sz="1800">
                          <a:latin typeface="Open Sans"/>
                          <a:ea typeface="Open Sans"/>
                          <a:cs typeface="Open Sans"/>
                          <a:sym typeface="Open Sans"/>
                        </a:rPr>
                        <a:t> </a:t>
                      </a:r>
                      <a:r>
                        <a:rPr lang="en-US" sz="1800" b="1" u="none" strike="noStrike" cap="none"/>
                        <a:t>DFI_FW_Report</a:t>
                      </a:r>
                      <a:r>
                        <a:rPr lang="en-US" sz="1800" b="1"/>
                        <a:t> as xlsx and Google Sheets</a:t>
                      </a:r>
                      <a:r>
                        <a:rPr lang="en-US" sz="1800" u="none" strike="noStrike" cap="none">
                          <a:latin typeface="Open Sans"/>
                          <a:ea typeface="Open Sans"/>
                          <a:cs typeface="Open Sans"/>
                          <a:sym typeface="Open Sans"/>
                        </a:rPr>
                        <a:t>. Please view/download and use this file to complete this task. </a:t>
                      </a:r>
                      <a:endParaRPr sz="1400" u="none" strike="noStrike" cap="none"/>
                    </a:p>
                  </a:txBody>
                  <a:tcPr marL="91425" marR="91425" marT="91425" marB="91425" anchor="ctr"/>
                </a:tc>
                <a:tc hMerge="1">
                  <a:txBody>
                    <a:bodyPr/>
                    <a:lstStyle/>
                    <a:p>
                      <a:endParaRPr lang="en-US"/>
                    </a:p>
                  </a:txBody>
                  <a:tcPr/>
                </a:tc>
                <a:extLst>
                  <a:ext uri="{0D108BD9-81ED-4DB2-BD59-A6C34878D82A}">
                    <a16:rowId xmlns:a16="http://schemas.microsoft.com/office/drawing/2014/main" val="10000"/>
                  </a:ext>
                </a:extLst>
              </a:tr>
            </a:tbl>
          </a:graphicData>
        </a:graphic>
      </p:graphicFrame>
      <p:graphicFrame>
        <p:nvGraphicFramePr>
          <p:cNvPr id="353" name="Google Shape;353;p72"/>
          <p:cNvGraphicFramePr/>
          <p:nvPr>
            <p:extLst>
              <p:ext uri="{D42A27DB-BD31-4B8C-83A1-F6EECF244321}">
                <p14:modId xmlns:p14="http://schemas.microsoft.com/office/powerpoint/2010/main" val="4133876187"/>
              </p:ext>
            </p:extLst>
          </p:nvPr>
        </p:nvGraphicFramePr>
        <p:xfrm>
          <a:off x="375063" y="5000325"/>
          <a:ext cx="7026625" cy="3308475"/>
        </p:xfrm>
        <a:graphic>
          <a:graphicData uri="http://schemas.openxmlformats.org/drawingml/2006/table">
            <a:tbl>
              <a:tblPr>
                <a:noFill/>
                <a:tableStyleId>{764F3631-8F58-4481-B3CA-94ADB499B159}</a:tableStyleId>
              </a:tblPr>
              <a:tblGrid>
                <a:gridCol w="2183075">
                  <a:extLst>
                    <a:ext uri="{9D8B030D-6E8A-4147-A177-3AD203B41FA5}">
                      <a16:colId xmlns:a16="http://schemas.microsoft.com/office/drawing/2014/main" val="20000"/>
                    </a:ext>
                  </a:extLst>
                </a:gridCol>
                <a:gridCol w="1352325">
                  <a:extLst>
                    <a:ext uri="{9D8B030D-6E8A-4147-A177-3AD203B41FA5}">
                      <a16:colId xmlns:a16="http://schemas.microsoft.com/office/drawing/2014/main" val="20001"/>
                    </a:ext>
                  </a:extLst>
                </a:gridCol>
                <a:gridCol w="3491225">
                  <a:extLst>
                    <a:ext uri="{9D8B030D-6E8A-4147-A177-3AD203B41FA5}">
                      <a16:colId xmlns:a16="http://schemas.microsoft.com/office/drawing/2014/main" val="20002"/>
                    </a:ext>
                  </a:extLst>
                </a:gridCol>
              </a:tblGrid>
              <a:tr h="3308475">
                <a:tc gridSpan="3">
                  <a:txBody>
                    <a:bodyPr/>
                    <a:lstStyle/>
                    <a:p>
                      <a:pPr marL="0" lvl="0" indent="0" algn="l" rtl="0">
                        <a:lnSpc>
                          <a:spcPct val="150000"/>
                        </a:lnSpc>
                        <a:spcBef>
                          <a:spcPts val="1200"/>
                        </a:spcBef>
                        <a:spcAft>
                          <a:spcPts val="0"/>
                        </a:spcAft>
                        <a:buNone/>
                      </a:pPr>
                      <a:r>
                        <a:rPr lang="en-US" sz="1600" i="1" dirty="0">
                          <a:solidFill>
                            <a:srgbClr val="585858"/>
                          </a:solidFill>
                          <a:latin typeface="Open Sans"/>
                          <a:ea typeface="Open Sans"/>
                          <a:cs typeface="Open Sans"/>
                          <a:sym typeface="Open Sans"/>
                        </a:rPr>
                        <a:t>[Write 3-5 sentences response to the firewall log</a:t>
                      </a:r>
                      <a:r>
                        <a:rPr lang="en-US" sz="1600" i="1" dirty="0" smtClean="0">
                          <a:solidFill>
                            <a:srgbClr val="585858"/>
                          </a:solidFill>
                          <a:latin typeface="Open Sans"/>
                          <a:ea typeface="Open Sans"/>
                          <a:cs typeface="Open Sans"/>
                          <a:sym typeface="Open Sans"/>
                        </a:rPr>
                        <a:t>]</a:t>
                      </a:r>
                      <a:br>
                        <a:rPr lang="en-US" sz="1600" i="1" dirty="0" smtClean="0">
                          <a:solidFill>
                            <a:srgbClr val="585858"/>
                          </a:solidFill>
                          <a:latin typeface="Open Sans"/>
                          <a:ea typeface="Open Sans"/>
                          <a:cs typeface="Open Sans"/>
                          <a:sym typeface="Open Sans"/>
                        </a:rPr>
                      </a:br>
                      <a:endParaRPr sz="1600" dirty="0">
                        <a:solidFill>
                          <a:srgbClr val="585858"/>
                        </a:solidFill>
                        <a:latin typeface="Open Sans"/>
                        <a:ea typeface="Open Sans"/>
                        <a:cs typeface="Open Sans"/>
                        <a:sym typeface="Open Sans"/>
                      </a:endParaRPr>
                    </a:p>
                  </a:txBody>
                  <a:tcPr marL="91425" marR="91425" marT="91425" marB="914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normAutofit fontScale="62500" lnSpcReduction="20000"/>
          </a:bodyPr>
          <a:lstStyle/>
          <a:p>
            <a:pPr marL="114300" indent="0">
              <a:buNone/>
            </a:pPr>
            <a:r>
              <a:rPr lang="en-US" dirty="0">
                <a:solidFill>
                  <a:srgbClr val="FF0000"/>
                </a:solidFill>
              </a:rPr>
              <a:t>10. Firewall Alert Response (Based on DFI_FW_Report.xlsx)</a:t>
            </a:r>
          </a:p>
          <a:p>
            <a:pPr marL="114300" indent="0">
              <a:buNone/>
            </a:pPr>
            <a:endParaRPr lang="en-US" dirty="0">
              <a:solidFill>
                <a:srgbClr val="FF0000"/>
              </a:solidFill>
            </a:endParaRPr>
          </a:p>
          <a:p>
            <a:pPr marL="114300" indent="0">
              <a:buNone/>
            </a:pPr>
            <a:r>
              <a:rPr lang="en-US" b="1" dirty="0">
                <a:solidFill>
                  <a:srgbClr val="FF0000"/>
                </a:solidFill>
              </a:rPr>
              <a:t>Analysis of Firewall Report:</a:t>
            </a:r>
          </a:p>
          <a:p>
            <a:pPr marL="114300" indent="0">
              <a:buNone/>
            </a:pPr>
            <a:endParaRPr lang="en-US" dirty="0">
              <a:solidFill>
                <a:srgbClr val="FF0000"/>
              </a:solidFill>
            </a:endParaRPr>
          </a:p>
          <a:p>
            <a:pPr lvl="1"/>
            <a:r>
              <a:rPr lang="en-US" dirty="0">
                <a:solidFill>
                  <a:srgbClr val="FF0000"/>
                </a:solidFill>
              </a:rPr>
              <a:t>    Total Threats: 500+ SSH brute force attempts</a:t>
            </a:r>
          </a:p>
          <a:p>
            <a:pPr lvl="1"/>
            <a:endParaRPr lang="en-US" dirty="0">
              <a:solidFill>
                <a:srgbClr val="FF0000"/>
              </a:solidFill>
            </a:endParaRPr>
          </a:p>
          <a:p>
            <a:pPr lvl="1"/>
            <a:r>
              <a:rPr lang="en-US" dirty="0">
                <a:solidFill>
                  <a:srgbClr val="FF0000"/>
                </a:solidFill>
              </a:rPr>
              <a:t>    Primary Attackers: 213.91.162.133 (Bulgaria), 45.35.0.252 (US), 39.116.31.62 (South Korea)</a:t>
            </a:r>
          </a:p>
          <a:p>
            <a:pPr lvl="1"/>
            <a:endParaRPr lang="en-US" dirty="0">
              <a:solidFill>
                <a:srgbClr val="FF0000"/>
              </a:solidFill>
            </a:endParaRPr>
          </a:p>
          <a:p>
            <a:pPr lvl="1"/>
            <a:r>
              <a:rPr lang="en-US" dirty="0">
                <a:solidFill>
                  <a:srgbClr val="FF0000"/>
                </a:solidFill>
              </a:rPr>
              <a:t>    Targets: SSH services on multiple DFI servers (ports 22)</a:t>
            </a:r>
          </a:p>
          <a:p>
            <a:pPr marL="114300" indent="0">
              <a:buNone/>
            </a:pPr>
            <a:endParaRPr lang="en-US" dirty="0">
              <a:solidFill>
                <a:srgbClr val="FF0000"/>
              </a:solidFill>
            </a:endParaRPr>
          </a:p>
          <a:p>
            <a:pPr marL="114300" indent="0">
              <a:buNone/>
            </a:pPr>
            <a:r>
              <a:rPr lang="en-US" b="1" dirty="0">
                <a:solidFill>
                  <a:srgbClr val="FF0000"/>
                </a:solidFill>
              </a:rPr>
              <a:t>Mitigation Recommendations:</a:t>
            </a:r>
          </a:p>
          <a:p>
            <a:pPr marL="114300" indent="0">
              <a:buNone/>
            </a:pPr>
            <a:endParaRPr lang="en-US" dirty="0">
              <a:solidFill>
                <a:srgbClr val="FF0000"/>
              </a:solidFill>
            </a:endParaRPr>
          </a:p>
          <a:p>
            <a:pPr>
              <a:buFont typeface="+mj-lt"/>
              <a:buAutoNum type="arabicPeriod"/>
            </a:pPr>
            <a:r>
              <a:rPr lang="en-US" dirty="0">
                <a:solidFill>
                  <a:srgbClr val="FF0000"/>
                </a:solidFill>
              </a:rPr>
              <a:t>    Immediate Actions:</a:t>
            </a:r>
          </a:p>
          <a:p>
            <a:pPr marL="114300" indent="0">
              <a:buNone/>
            </a:pPr>
            <a:endParaRPr lang="en-US" dirty="0">
              <a:solidFill>
                <a:srgbClr val="FF0000"/>
              </a:solidFill>
            </a:endParaRPr>
          </a:p>
          <a:p>
            <a:pPr marL="114300" indent="0">
              <a:buNone/>
            </a:pPr>
            <a:r>
              <a:rPr lang="en-US" dirty="0">
                <a:solidFill>
                  <a:srgbClr val="FF0000"/>
                </a:solidFill>
              </a:rPr>
              <a:t>        Block attacking IPs: 213.91.162.133/32, 45.35.0.252/32, 39.116.31.62/32</a:t>
            </a:r>
          </a:p>
          <a:p>
            <a:pPr marL="114300" indent="0">
              <a:buNone/>
            </a:pPr>
            <a:endParaRPr lang="en-US" dirty="0">
              <a:solidFill>
                <a:srgbClr val="FF0000"/>
              </a:solidFill>
            </a:endParaRPr>
          </a:p>
          <a:p>
            <a:pPr marL="114300" indent="0">
              <a:buNone/>
            </a:pPr>
            <a:r>
              <a:rPr lang="en-US" dirty="0">
                <a:solidFill>
                  <a:srgbClr val="FF0000"/>
                </a:solidFill>
              </a:rPr>
              <a:t>        Implement </a:t>
            </a:r>
            <a:r>
              <a:rPr lang="en-US" dirty="0" err="1">
                <a:solidFill>
                  <a:srgbClr val="FF0000"/>
                </a:solidFill>
              </a:rPr>
              <a:t>GeoIP</a:t>
            </a:r>
            <a:r>
              <a:rPr lang="en-US" dirty="0">
                <a:solidFill>
                  <a:srgbClr val="FF0000"/>
                </a:solidFill>
              </a:rPr>
              <a:t> blocking for high-risk countries</a:t>
            </a:r>
          </a:p>
          <a:p>
            <a:pPr marL="114300" indent="0">
              <a:buNone/>
            </a:pPr>
            <a:endParaRPr lang="en-US" dirty="0">
              <a:solidFill>
                <a:srgbClr val="FF0000"/>
              </a:solidFill>
            </a:endParaRPr>
          </a:p>
          <a:p>
            <a:pPr marL="114300" indent="0">
              <a:buNone/>
            </a:pPr>
            <a:r>
              <a:rPr lang="en-US" dirty="0">
                <a:solidFill>
                  <a:srgbClr val="FF0000"/>
                </a:solidFill>
              </a:rPr>
              <a:t>        Change SSH port from 22 to non-standard port</a:t>
            </a:r>
          </a:p>
          <a:p>
            <a:pPr marL="114300" indent="0">
              <a:buNone/>
            </a:pPr>
            <a:endParaRPr lang="en-US" dirty="0">
              <a:solidFill>
                <a:srgbClr val="FF0000"/>
              </a:solidFill>
            </a:endParaRPr>
          </a:p>
          <a:p>
            <a:pPr>
              <a:buFont typeface="+mj-lt"/>
              <a:buAutoNum type="arabicPeriod"/>
            </a:pPr>
            <a:r>
              <a:rPr lang="en-US" dirty="0">
                <a:solidFill>
                  <a:srgbClr val="FF0000"/>
                </a:solidFill>
              </a:rPr>
              <a:t>    Long-term Strategy:</a:t>
            </a:r>
          </a:p>
          <a:p>
            <a:pPr marL="114300" indent="0">
              <a:buNone/>
            </a:pPr>
            <a:endParaRPr lang="en-US" dirty="0">
              <a:solidFill>
                <a:srgbClr val="FF0000"/>
              </a:solidFill>
            </a:endParaRPr>
          </a:p>
          <a:p>
            <a:pPr marL="114300" indent="0">
              <a:buNone/>
            </a:pPr>
            <a:r>
              <a:rPr lang="en-US" dirty="0">
                <a:solidFill>
                  <a:srgbClr val="FF0000"/>
                </a:solidFill>
              </a:rPr>
              <a:t>        Implement fail2ban for automatic IP blocking after failed attempts</a:t>
            </a:r>
          </a:p>
          <a:p>
            <a:pPr marL="114300" indent="0">
              <a:buNone/>
            </a:pPr>
            <a:endParaRPr lang="en-US" dirty="0">
              <a:solidFill>
                <a:srgbClr val="FF0000"/>
              </a:solidFill>
            </a:endParaRPr>
          </a:p>
          <a:p>
            <a:pPr marL="114300" indent="0">
              <a:buNone/>
            </a:pPr>
            <a:r>
              <a:rPr lang="en-US" dirty="0">
                <a:solidFill>
                  <a:srgbClr val="FF0000"/>
                </a:solidFill>
              </a:rPr>
              <a:t>        Deploy SSH key authentication only (disable password </a:t>
            </a:r>
            <a:r>
              <a:rPr lang="en-US" dirty="0" err="1">
                <a:solidFill>
                  <a:srgbClr val="FF0000"/>
                </a:solidFill>
              </a:rPr>
              <a:t>auth</a:t>
            </a:r>
            <a:r>
              <a:rPr lang="en-US" dirty="0">
                <a:solidFill>
                  <a:srgbClr val="FF0000"/>
                </a:solidFill>
              </a:rPr>
              <a:t>)</a:t>
            </a:r>
          </a:p>
          <a:p>
            <a:pPr marL="114300" indent="0">
              <a:buNone/>
            </a:pPr>
            <a:endParaRPr lang="en-US" dirty="0">
              <a:solidFill>
                <a:srgbClr val="FF0000"/>
              </a:solidFill>
            </a:endParaRPr>
          </a:p>
          <a:p>
            <a:pPr marL="114300" indent="0">
              <a:buNone/>
            </a:pPr>
            <a:r>
              <a:rPr lang="en-US" dirty="0">
                <a:solidFill>
                  <a:srgbClr val="FF0000"/>
                </a:solidFill>
              </a:rPr>
              <a:t>        Set up VPN for remote SSH access instead of public-facing SSH</a:t>
            </a:r>
          </a:p>
          <a:p>
            <a:pPr marL="114300" indent="0">
              <a:buNone/>
            </a:pPr>
            <a:endParaRPr lang="en-US" dirty="0">
              <a:solidFill>
                <a:srgbClr val="FF0000"/>
              </a:solidFill>
            </a:endParaRPr>
          </a:p>
          <a:p>
            <a:pPr marL="114300" indent="0">
              <a:buNone/>
            </a:pPr>
            <a:r>
              <a:rPr lang="en-US" dirty="0">
                <a:solidFill>
                  <a:srgbClr val="FF0000"/>
                </a:solidFill>
              </a:rPr>
              <a:t>Justification (3-5 sentences):</a:t>
            </a:r>
          </a:p>
          <a:p>
            <a:pPr marL="114300" indent="0">
              <a:buNone/>
            </a:pPr>
            <a:r>
              <a:rPr lang="en-US" dirty="0">
                <a:solidFill>
                  <a:srgbClr val="FF0000"/>
                </a:solidFill>
              </a:rPr>
              <a:t>"The firewall report reveals sustained SSH brute-force attacks from both domestic and international sources. Our mitigation strategy focuses on immediate threat containment through IP blocking while implementing defense-in-depth measures. By combining </a:t>
            </a:r>
            <a:r>
              <a:rPr lang="en-US" dirty="0" err="1">
                <a:solidFill>
                  <a:srgbClr val="FF0000"/>
                </a:solidFill>
              </a:rPr>
              <a:t>GeoIP</a:t>
            </a:r>
            <a:r>
              <a:rPr lang="en-US" dirty="0">
                <a:solidFill>
                  <a:srgbClr val="FF0000"/>
                </a:solidFill>
              </a:rPr>
              <a:t> filtering, port obfuscation, and strong authentication methods, we reduce the attack surface while maintaining operational access for legitimate users. This layered approach aligns with NIST 800-53 security controls for access enforcement and boundary protection."</a:t>
            </a:r>
          </a:p>
        </p:txBody>
      </p:sp>
    </p:spTree>
    <p:extLst>
      <p:ext uri="{BB962C8B-B14F-4D97-AF65-F5344CB8AC3E}">
        <p14:creationId xmlns:p14="http://schemas.microsoft.com/office/powerpoint/2010/main" val="3430315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73"/>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2816"/>
              <a:buFont typeface="Open Sans Light"/>
              <a:buNone/>
            </a:pPr>
            <a:r>
              <a:rPr lang="en-US" sz="3200">
                <a:solidFill>
                  <a:srgbClr val="02B3E4"/>
                </a:solidFill>
                <a:latin typeface="Open Sans Light"/>
                <a:ea typeface="Open Sans Light"/>
                <a:cs typeface="Open Sans Light"/>
                <a:sym typeface="Open Sans Light"/>
              </a:rPr>
              <a:t>11. Status Report and Next Steps</a:t>
            </a:r>
            <a:endParaRPr sz="3200"/>
          </a:p>
        </p:txBody>
      </p:sp>
      <p:graphicFrame>
        <p:nvGraphicFramePr>
          <p:cNvPr id="359" name="Google Shape;359;p73"/>
          <p:cNvGraphicFramePr/>
          <p:nvPr/>
        </p:nvGraphicFramePr>
        <p:xfrm>
          <a:off x="375074" y="1990163"/>
          <a:ext cx="7026600" cy="6176742"/>
        </p:xfrm>
        <a:graphic>
          <a:graphicData uri="http://schemas.openxmlformats.org/drawingml/2006/table">
            <a:tbl>
              <a:tblPr>
                <a:noFill/>
                <a:tableStyleId>{7BFB13BF-DCB7-483A-8622-30FCAF4F124B}</a:tableStyleId>
              </a:tblPr>
              <a:tblGrid>
                <a:gridCol w="460450">
                  <a:extLst>
                    <a:ext uri="{9D8B030D-6E8A-4147-A177-3AD203B41FA5}">
                      <a16:colId xmlns:a16="http://schemas.microsoft.com/office/drawing/2014/main" val="20000"/>
                    </a:ext>
                  </a:extLst>
                </a:gridCol>
                <a:gridCol w="6566150">
                  <a:extLst>
                    <a:ext uri="{9D8B030D-6E8A-4147-A177-3AD203B41FA5}">
                      <a16:colId xmlns:a16="http://schemas.microsoft.com/office/drawing/2014/main" val="20001"/>
                    </a:ext>
                  </a:extLst>
                </a:gridCol>
              </a:tblGrid>
              <a:tr h="1141600">
                <a:tc gridSpan="2">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As your first two weeks wind down, the IT Manager, HR Manager as well as other management are interested in your experience. With your position being the first dedicated Information Security role, they would like a 'big picture' view of what you've done as well as the security posture of DFI.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Similar to Defense-in-Depth, an organization has multiple layers of security from the edge of their web presence all the way to permissions on a file. </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In 6-8 sentences, explain the work you've done, the recommendations made and how DFI should proceed from a security standpoint. This is your opportunity to provide a thoughtful analysis that shows your understanding of Cyber Security and how all of the tasks you've performed contribute to the security of DFI. As this will be reviewed by non-technical management please keep the technical jargon to a minimum.</a:t>
                      </a:r>
                      <a:endParaRPr sz="1400" u="none" strike="noStrike" cap="none"/>
                    </a:p>
                    <a:p>
                      <a:pPr marL="0" marR="0" lvl="0" indent="0" algn="l" rtl="0">
                        <a:lnSpc>
                          <a:spcPct val="115000"/>
                        </a:lnSpc>
                        <a:spcBef>
                          <a:spcPts val="0"/>
                        </a:spcBef>
                        <a:spcAft>
                          <a:spcPts val="0"/>
                        </a:spcAft>
                        <a:buClr>
                          <a:schemeClr val="dk1"/>
                        </a:buClr>
                        <a:buSzPts val="1800"/>
                        <a:buFont typeface="Helvetica Neue"/>
                        <a:buNone/>
                      </a:pPr>
                      <a:endParaRPr sz="1800" u="none" strike="noStrike" cap="none">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u="none" strike="noStrike" cap="none">
                          <a:latin typeface="Open Sans"/>
                          <a:ea typeface="Open Sans"/>
                          <a:cs typeface="Open Sans"/>
                          <a:sym typeface="Open Sans"/>
                        </a:rPr>
                        <a:t>[Provide your Status Report on the next slide.]</a:t>
                      </a:r>
                      <a:endParaRPr sz="1400" u="none" strike="noStrike" cap="none"/>
                    </a:p>
                  </a:txBody>
                  <a:tcPr marL="91425" marR="91425" marT="91425" marB="91425" anchor="ct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74"/>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2816"/>
              <a:buFont typeface="Open Sans Light"/>
              <a:buNone/>
            </a:pPr>
            <a:r>
              <a:rPr lang="en-US" sz="3200">
                <a:solidFill>
                  <a:srgbClr val="02B3E4"/>
                </a:solidFill>
                <a:latin typeface="Open Sans Light"/>
                <a:ea typeface="Open Sans Light"/>
                <a:cs typeface="Open Sans Light"/>
                <a:sym typeface="Open Sans Light"/>
              </a:rPr>
              <a:t>11. Status Report</a:t>
            </a:r>
            <a:endParaRPr sz="3200"/>
          </a:p>
        </p:txBody>
      </p:sp>
      <p:graphicFrame>
        <p:nvGraphicFramePr>
          <p:cNvPr id="365" name="Google Shape;365;p74"/>
          <p:cNvGraphicFramePr/>
          <p:nvPr>
            <p:extLst>
              <p:ext uri="{D42A27DB-BD31-4B8C-83A1-F6EECF244321}">
                <p14:modId xmlns:p14="http://schemas.microsoft.com/office/powerpoint/2010/main" val="3644850408"/>
              </p:ext>
            </p:extLst>
          </p:nvPr>
        </p:nvGraphicFramePr>
        <p:xfrm>
          <a:off x="369975" y="1708955"/>
          <a:ext cx="6655500" cy="8306100"/>
        </p:xfrm>
        <a:graphic>
          <a:graphicData uri="http://schemas.openxmlformats.org/drawingml/2006/table">
            <a:tbl>
              <a:tblPr>
                <a:noFill/>
                <a:tableStyleId>{764F3631-8F58-4481-B3CA-94ADB499B159}</a:tableStyleId>
              </a:tblPr>
              <a:tblGrid>
                <a:gridCol w="6655500">
                  <a:extLst>
                    <a:ext uri="{9D8B030D-6E8A-4147-A177-3AD203B41FA5}">
                      <a16:colId xmlns:a16="http://schemas.microsoft.com/office/drawing/2014/main" val="20000"/>
                    </a:ext>
                  </a:extLst>
                </a:gridCol>
              </a:tblGrid>
              <a:tr h="503250">
                <a:tc>
                  <a:txBody>
                    <a:bodyPr/>
                    <a:lstStyle/>
                    <a:p>
                      <a:pPr marL="0" lvl="0" indent="0" algn="ctr" rtl="0">
                        <a:lnSpc>
                          <a:spcPct val="100000"/>
                        </a:lnSpc>
                        <a:spcBef>
                          <a:spcPts val="1200"/>
                        </a:spcBef>
                        <a:spcAft>
                          <a:spcPts val="0"/>
                        </a:spcAft>
                        <a:buNone/>
                      </a:pPr>
                      <a:r>
                        <a:rPr lang="en-US" sz="2000">
                          <a:solidFill>
                            <a:srgbClr val="FF0000"/>
                          </a:solidFill>
                          <a:latin typeface="Open Sans"/>
                          <a:ea typeface="Open Sans"/>
                          <a:cs typeface="Open Sans"/>
                          <a:sym typeface="Open Sans"/>
                        </a:rPr>
                        <a:t>Status Report</a:t>
                      </a:r>
                      <a:endParaRPr sz="200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503250">
                <a:tc>
                  <a:txBody>
                    <a:bodyPr/>
                    <a:lstStyle/>
                    <a:p>
                      <a:pPr marL="0" lvl="0" indent="0" algn="l" rtl="0">
                        <a:lnSpc>
                          <a:spcPct val="100000"/>
                        </a:lnSpc>
                        <a:spcBef>
                          <a:spcPts val="1200"/>
                        </a:spcBef>
                        <a:spcAft>
                          <a:spcPts val="0"/>
                        </a:spcAft>
                        <a:buClr>
                          <a:schemeClr val="dk1"/>
                        </a:buClr>
                        <a:buSzPts val="1100"/>
                        <a:buFont typeface="Arial"/>
                        <a:buNone/>
                      </a:pPr>
                      <a:r>
                        <a:rPr lang="en-US" i="1" dirty="0">
                          <a:solidFill>
                            <a:srgbClr val="FF0000"/>
                          </a:solidFill>
                          <a:latin typeface="Open Sans"/>
                          <a:ea typeface="Open Sans"/>
                          <a:cs typeface="Open Sans"/>
                          <a:sym typeface="Open Sans"/>
                        </a:rPr>
                        <a:t>[Write 6-8 sentences explaining the work you done, including the security analysis recommendations</a:t>
                      </a:r>
                      <a:r>
                        <a:rPr lang="en-US" i="1" dirty="0" smtClean="0">
                          <a:solidFill>
                            <a:srgbClr val="FF0000"/>
                          </a:solidFill>
                          <a:latin typeface="Open Sans"/>
                          <a:ea typeface="Open Sans"/>
                          <a:cs typeface="Open Sans"/>
                          <a:sym typeface="Open Sans"/>
                        </a:rPr>
                        <a:t>]</a:t>
                      </a:r>
                      <a:br>
                        <a:rPr lang="en-US" i="1" dirty="0" smtClean="0">
                          <a:solidFill>
                            <a:srgbClr val="FF0000"/>
                          </a:solidFill>
                          <a:latin typeface="Open Sans"/>
                          <a:ea typeface="Open Sans"/>
                          <a:cs typeface="Open Sans"/>
                          <a:sym typeface="Open Sans"/>
                        </a:rPr>
                      </a:br>
                      <a:r>
                        <a:rPr lang="en-US" i="1" dirty="0" smtClean="0">
                          <a:solidFill>
                            <a:srgbClr val="FF0000"/>
                          </a:solidFill>
                          <a:latin typeface="Open Sans"/>
                          <a:ea typeface="Open Sans"/>
                          <a:cs typeface="Open Sans"/>
                          <a:sym typeface="Open Sans"/>
                        </a:rPr>
                        <a:t>11. Status Report and Next Steps</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Status Report (6-8 sentences):</a:t>
                      </a: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"Over the past two weeks, I have successfully implemented multiple security enhancements across DFI's infrastructure. Key accomplishments include securing HR folder permissions, configuring partner-specific firewall rules, establishing VPN encryption standards, and implementing IDS monitoring. Linux user management has been standardized with proper group-based permissions. Analysis of firewall logs identified and mitigated SSH brute-force attacks. All systems now have verified file integrity checks, and automation recommendations have been documented for future implementation."</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Recommended Security Products:</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    </a:t>
                      </a:r>
                      <a:r>
                        <a:rPr lang="en-US" i="1" dirty="0" err="1" smtClean="0">
                          <a:solidFill>
                            <a:srgbClr val="FF0000"/>
                          </a:solidFill>
                          <a:latin typeface="Open Sans"/>
                          <a:ea typeface="Open Sans"/>
                          <a:cs typeface="Open Sans"/>
                          <a:sym typeface="Open Sans"/>
                        </a:rPr>
                        <a:t>Splunk</a:t>
                      </a:r>
                      <a:r>
                        <a:rPr lang="en-US" i="1" dirty="0" smtClean="0">
                          <a:solidFill>
                            <a:srgbClr val="FF0000"/>
                          </a:solidFill>
                          <a:latin typeface="Open Sans"/>
                          <a:ea typeface="Open Sans"/>
                          <a:cs typeface="Open Sans"/>
                          <a:sym typeface="Open Sans"/>
                        </a:rPr>
                        <a:t> Enterprise Security - For comprehensive SIEM and threat detection</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    Cisco Firepower NGFW - Next-generation firewall with integrated IPS</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Recommended Security Policies:</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    Acceptable Use Policy - Define proper use of company resources</a:t>
                      </a:r>
                    </a:p>
                    <a:p>
                      <a:pPr marL="0" lvl="0" indent="0" algn="l" rtl="0">
                        <a:lnSpc>
                          <a:spcPct val="100000"/>
                        </a:lnSpc>
                        <a:spcBef>
                          <a:spcPts val="1200"/>
                        </a:spcBef>
                        <a:spcAft>
                          <a:spcPts val="0"/>
                        </a:spcAft>
                        <a:buClr>
                          <a:schemeClr val="dk1"/>
                        </a:buClr>
                        <a:buSzPts val="1100"/>
                        <a:buFont typeface="Arial"/>
                        <a:buNone/>
                      </a:pPr>
                      <a:endParaRPr lang="en-US" i="1" dirty="0" smtClean="0">
                        <a:solidFill>
                          <a:srgbClr val="FF0000"/>
                        </a:solidFill>
                        <a:latin typeface="Open Sans"/>
                        <a:ea typeface="Open Sans"/>
                        <a:cs typeface="Open Sans"/>
                        <a:sym typeface="Open Sans"/>
                      </a:endParaRPr>
                    </a:p>
                    <a:p>
                      <a:pPr marL="0" lvl="0" indent="0" algn="l" rtl="0">
                        <a:lnSpc>
                          <a:spcPct val="100000"/>
                        </a:lnSpc>
                        <a:spcBef>
                          <a:spcPts val="1200"/>
                        </a:spcBef>
                        <a:spcAft>
                          <a:spcPts val="0"/>
                        </a:spcAft>
                        <a:buClr>
                          <a:schemeClr val="dk1"/>
                        </a:buClr>
                        <a:buSzPts val="1100"/>
                        <a:buFont typeface="Arial"/>
                        <a:buNone/>
                      </a:pPr>
                      <a:r>
                        <a:rPr lang="en-US" i="1" dirty="0" smtClean="0">
                          <a:solidFill>
                            <a:srgbClr val="FF0000"/>
                          </a:solidFill>
                          <a:latin typeface="Open Sans"/>
                          <a:ea typeface="Open Sans"/>
                          <a:cs typeface="Open Sans"/>
                          <a:sym typeface="Open Sans"/>
                        </a:rPr>
                        <a:t>    Incident Response Policy - Standardize security incident handling procedures</a:t>
                      </a:r>
                      <a:endParaRPr dirty="0">
                        <a:solidFill>
                          <a:srgbClr val="FF0000"/>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75"/>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2816"/>
              <a:buFont typeface="Open Sans Light"/>
              <a:buNone/>
            </a:pPr>
            <a:r>
              <a:rPr lang="en-US" sz="3200">
                <a:solidFill>
                  <a:srgbClr val="02B3E4"/>
                </a:solidFill>
                <a:latin typeface="Open Sans Light"/>
                <a:ea typeface="Open Sans Light"/>
                <a:cs typeface="Open Sans Light"/>
                <a:sym typeface="Open Sans Light"/>
              </a:rPr>
              <a:t>11. Next Steps</a:t>
            </a:r>
            <a:endParaRPr sz="3200"/>
          </a:p>
        </p:txBody>
      </p:sp>
      <p:graphicFrame>
        <p:nvGraphicFramePr>
          <p:cNvPr id="371" name="Google Shape;371;p75"/>
          <p:cNvGraphicFramePr/>
          <p:nvPr/>
        </p:nvGraphicFramePr>
        <p:xfrm>
          <a:off x="369975" y="1976775"/>
          <a:ext cx="6655500" cy="2604500"/>
        </p:xfrm>
        <a:graphic>
          <a:graphicData uri="http://schemas.openxmlformats.org/drawingml/2006/table">
            <a:tbl>
              <a:tblPr>
                <a:noFill/>
                <a:tableStyleId>{764F3631-8F58-4481-B3CA-94ADB499B159}</a:tableStyleId>
              </a:tblPr>
              <a:tblGrid>
                <a:gridCol w="2289975">
                  <a:extLst>
                    <a:ext uri="{9D8B030D-6E8A-4147-A177-3AD203B41FA5}">
                      <a16:colId xmlns:a16="http://schemas.microsoft.com/office/drawing/2014/main" val="20000"/>
                    </a:ext>
                  </a:extLst>
                </a:gridCol>
                <a:gridCol w="436552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None/>
                      </a:pPr>
                      <a:r>
                        <a:rPr lang="en-US" sz="2000">
                          <a:solidFill>
                            <a:srgbClr val="585858"/>
                          </a:solidFill>
                          <a:latin typeface="Open Sans"/>
                          <a:ea typeface="Open Sans"/>
                          <a:cs typeface="Open Sans"/>
                          <a:sym typeface="Open Sans"/>
                        </a:rPr>
                        <a:t>Security </a:t>
                      </a:r>
                      <a:r>
                        <a:rPr lang="en-US" sz="2000" b="1">
                          <a:solidFill>
                            <a:srgbClr val="585858"/>
                          </a:solidFill>
                          <a:latin typeface="Open Sans"/>
                          <a:ea typeface="Open Sans"/>
                          <a:cs typeface="Open Sans"/>
                          <a:sym typeface="Open Sans"/>
                        </a:rPr>
                        <a:t>Product</a:t>
                      </a:r>
                      <a:r>
                        <a:rPr lang="en-US" sz="2000">
                          <a:solidFill>
                            <a:srgbClr val="585858"/>
                          </a:solidFill>
                          <a:latin typeface="Open Sans"/>
                          <a:ea typeface="Open Sans"/>
                          <a:cs typeface="Open Sans"/>
                          <a:sym typeface="Open Sans"/>
                        </a:rPr>
                        <a:t> Recommendations</a:t>
                      </a:r>
                      <a:endParaRPr sz="2000">
                        <a:solidFill>
                          <a:srgbClr val="585858"/>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None/>
                      </a:pPr>
                      <a:r>
                        <a:rPr lang="en-US">
                          <a:solidFill>
                            <a:srgbClr val="585858"/>
                          </a:solidFill>
                          <a:latin typeface="Open Sans"/>
                          <a:ea typeface="Open Sans"/>
                          <a:cs typeface="Open Sans"/>
                          <a:sym typeface="Open Sans"/>
                        </a:rPr>
                        <a:t>[Write the product name here]</a:t>
                      </a:r>
                      <a:endParaRPr>
                        <a:solidFill>
                          <a:srgbClr val="585858"/>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rgbClr val="585858"/>
                          </a:solidFill>
                          <a:latin typeface="Open Sans"/>
                          <a:ea typeface="Open Sans"/>
                          <a:cs typeface="Open Sans"/>
                          <a:sym typeface="Open Sans"/>
                        </a:rPr>
                        <a:t>[Write the justification here]</a:t>
                      </a:r>
                      <a:endParaRPr>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982225">
                <a:tc>
                  <a:txBody>
                    <a:bodyPr/>
                    <a:lstStyle/>
                    <a:p>
                      <a:pPr marL="0" lvl="0" indent="0" algn="l" rtl="0">
                        <a:lnSpc>
                          <a:spcPct val="150000"/>
                        </a:lnSpc>
                        <a:spcBef>
                          <a:spcPts val="1200"/>
                        </a:spcBef>
                        <a:spcAft>
                          <a:spcPts val="0"/>
                        </a:spcAft>
                        <a:buClr>
                          <a:schemeClr val="dk1"/>
                        </a:buClr>
                        <a:buSzPts val="1100"/>
                        <a:buFont typeface="Arial"/>
                        <a:buNone/>
                      </a:pPr>
                      <a:endParaRPr>
                        <a:solidFill>
                          <a:srgbClr val="585858"/>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endParaRPr>
                        <a:solidFill>
                          <a:srgbClr val="585858"/>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graphicFrame>
        <p:nvGraphicFramePr>
          <p:cNvPr id="372" name="Google Shape;372;p75"/>
          <p:cNvGraphicFramePr/>
          <p:nvPr/>
        </p:nvGraphicFramePr>
        <p:xfrm>
          <a:off x="369975" y="5861150"/>
          <a:ext cx="6655500" cy="2604500"/>
        </p:xfrm>
        <a:graphic>
          <a:graphicData uri="http://schemas.openxmlformats.org/drawingml/2006/table">
            <a:tbl>
              <a:tblPr>
                <a:noFill/>
                <a:tableStyleId>{764F3631-8F58-4481-B3CA-94ADB499B159}</a:tableStyleId>
              </a:tblPr>
              <a:tblGrid>
                <a:gridCol w="2289975">
                  <a:extLst>
                    <a:ext uri="{9D8B030D-6E8A-4147-A177-3AD203B41FA5}">
                      <a16:colId xmlns:a16="http://schemas.microsoft.com/office/drawing/2014/main" val="20000"/>
                    </a:ext>
                  </a:extLst>
                </a:gridCol>
                <a:gridCol w="4365525">
                  <a:extLst>
                    <a:ext uri="{9D8B030D-6E8A-4147-A177-3AD203B41FA5}">
                      <a16:colId xmlns:a16="http://schemas.microsoft.com/office/drawing/2014/main" val="20001"/>
                    </a:ext>
                  </a:extLst>
                </a:gridCol>
              </a:tblGrid>
              <a:tr h="503250">
                <a:tc gridSpan="2">
                  <a:txBody>
                    <a:bodyPr/>
                    <a:lstStyle/>
                    <a:p>
                      <a:pPr marL="0" lvl="0" indent="0" algn="ctr" rtl="0">
                        <a:lnSpc>
                          <a:spcPct val="150000"/>
                        </a:lnSpc>
                        <a:spcBef>
                          <a:spcPts val="1200"/>
                        </a:spcBef>
                        <a:spcAft>
                          <a:spcPts val="0"/>
                        </a:spcAft>
                        <a:buNone/>
                      </a:pPr>
                      <a:r>
                        <a:rPr lang="en-US" sz="2000">
                          <a:solidFill>
                            <a:srgbClr val="585858"/>
                          </a:solidFill>
                          <a:latin typeface="Open Sans"/>
                          <a:ea typeface="Open Sans"/>
                          <a:cs typeface="Open Sans"/>
                          <a:sym typeface="Open Sans"/>
                        </a:rPr>
                        <a:t>Security </a:t>
                      </a:r>
                      <a:r>
                        <a:rPr lang="en-US" sz="2000" b="1">
                          <a:solidFill>
                            <a:srgbClr val="585858"/>
                          </a:solidFill>
                          <a:latin typeface="Open Sans"/>
                          <a:ea typeface="Open Sans"/>
                          <a:cs typeface="Open Sans"/>
                          <a:sym typeface="Open Sans"/>
                        </a:rPr>
                        <a:t>Policy</a:t>
                      </a:r>
                      <a:r>
                        <a:rPr lang="en-US" sz="2000">
                          <a:solidFill>
                            <a:srgbClr val="585858"/>
                          </a:solidFill>
                          <a:latin typeface="Open Sans"/>
                          <a:ea typeface="Open Sans"/>
                          <a:cs typeface="Open Sans"/>
                          <a:sym typeface="Open Sans"/>
                        </a:rPr>
                        <a:t> Recommendations</a:t>
                      </a:r>
                      <a:endParaRPr sz="2000">
                        <a:solidFill>
                          <a:srgbClr val="585858"/>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982225">
                <a:tc>
                  <a:txBody>
                    <a:bodyPr/>
                    <a:lstStyle/>
                    <a:p>
                      <a:pPr marL="0" lvl="0" indent="0" algn="l" rtl="0">
                        <a:lnSpc>
                          <a:spcPct val="150000"/>
                        </a:lnSpc>
                        <a:spcBef>
                          <a:spcPts val="1200"/>
                        </a:spcBef>
                        <a:spcAft>
                          <a:spcPts val="0"/>
                        </a:spcAft>
                        <a:buClr>
                          <a:schemeClr val="dk1"/>
                        </a:buClr>
                        <a:buSzPts val="1100"/>
                        <a:buFont typeface="Arial"/>
                        <a:buNone/>
                      </a:pPr>
                      <a:r>
                        <a:rPr lang="en-US">
                          <a:solidFill>
                            <a:srgbClr val="585858"/>
                          </a:solidFill>
                          <a:latin typeface="Open Sans"/>
                          <a:ea typeface="Open Sans"/>
                          <a:cs typeface="Open Sans"/>
                          <a:sym typeface="Open Sans"/>
                        </a:rPr>
                        <a:t>[Write the policy name here]</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solidFill>
                            <a:srgbClr val="585858"/>
                          </a:solidFill>
                          <a:latin typeface="Open Sans"/>
                          <a:ea typeface="Open Sans"/>
                          <a:cs typeface="Open Sans"/>
                          <a:sym typeface="Open Sans"/>
                        </a:rPr>
                        <a:t>[Write the justification here]</a:t>
                      </a:r>
                      <a:endParaRPr>
                        <a:solidFill>
                          <a:srgbClr val="585858"/>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82225">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85858"/>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76"/>
          <p:cNvSpPr txBox="1">
            <a:spLocks noGrp="1"/>
          </p:cNvSpPr>
          <p:nvPr>
            <p:ph type="title"/>
          </p:nvPr>
        </p:nvSpPr>
        <p:spPr>
          <a:xfrm>
            <a:off x="264945" y="870271"/>
            <a:ext cx="7242600" cy="1119900"/>
          </a:xfrm>
          <a:prstGeom prst="rect">
            <a:avLst/>
          </a:prstGeom>
          <a:noFill/>
          <a:ln>
            <a:noFill/>
          </a:ln>
        </p:spPr>
        <p:txBody>
          <a:bodyPr spcFirstLastPara="1" wrap="square" lIns="91400" tIns="91400" rIns="91400" bIns="91400" anchor="ctr" anchorCtr="0">
            <a:normAutofit/>
          </a:bodyPr>
          <a:lstStyle/>
          <a:p>
            <a:pPr marL="0" marR="0" lvl="0" indent="0" algn="l" rtl="0">
              <a:lnSpc>
                <a:spcPct val="115000"/>
              </a:lnSpc>
              <a:spcBef>
                <a:spcPts val="0"/>
              </a:spcBef>
              <a:spcAft>
                <a:spcPts val="0"/>
              </a:spcAft>
              <a:buClr>
                <a:srgbClr val="02B3E4"/>
              </a:buClr>
              <a:buSzPts val="3200"/>
              <a:buFont typeface="Open Sans Light"/>
              <a:buNone/>
            </a:pPr>
            <a:r>
              <a:rPr lang="en-US" sz="3200">
                <a:solidFill>
                  <a:srgbClr val="02B3E4"/>
                </a:solidFill>
                <a:latin typeface="Open Sans Light"/>
                <a:ea typeface="Open Sans Light"/>
                <a:cs typeface="Open Sans Light"/>
                <a:sym typeface="Open Sans Light"/>
              </a:rPr>
              <a:t>12. File Encryption</a:t>
            </a:r>
            <a:endParaRPr/>
          </a:p>
        </p:txBody>
      </p:sp>
      <p:graphicFrame>
        <p:nvGraphicFramePr>
          <p:cNvPr id="378" name="Google Shape;378;p76"/>
          <p:cNvGraphicFramePr/>
          <p:nvPr>
            <p:extLst>
              <p:ext uri="{D42A27DB-BD31-4B8C-83A1-F6EECF244321}">
                <p14:modId xmlns:p14="http://schemas.microsoft.com/office/powerpoint/2010/main" val="1082894722"/>
              </p:ext>
            </p:extLst>
          </p:nvPr>
        </p:nvGraphicFramePr>
        <p:xfrm>
          <a:off x="375074" y="1990163"/>
          <a:ext cx="7026600" cy="6646579"/>
        </p:xfrm>
        <a:graphic>
          <a:graphicData uri="http://schemas.openxmlformats.org/drawingml/2006/table">
            <a:tbl>
              <a:tblPr>
                <a:noFill/>
                <a:tableStyleId>{7BFB13BF-DCB7-483A-8622-30FCAF4F124B}</a:tableStyleId>
              </a:tblPr>
              <a:tblGrid>
                <a:gridCol w="7026600">
                  <a:extLst>
                    <a:ext uri="{9D8B030D-6E8A-4147-A177-3AD203B41FA5}">
                      <a16:colId xmlns:a16="http://schemas.microsoft.com/office/drawing/2014/main" val="20000"/>
                    </a:ext>
                  </a:extLst>
                </a:gridCol>
              </a:tblGrid>
              <a:tr h="1141600">
                <a:tc>
                  <a:txBody>
                    <a:bodyPr/>
                    <a:lstStyle/>
                    <a:p>
                      <a:pPr marL="0" marR="0" lvl="0" indent="0" algn="l" rtl="0">
                        <a:lnSpc>
                          <a:spcPct val="115000"/>
                        </a:lnSpc>
                        <a:spcBef>
                          <a:spcPts val="0"/>
                        </a:spcBef>
                        <a:spcAft>
                          <a:spcPts val="0"/>
                        </a:spcAft>
                        <a:buClr>
                          <a:schemeClr val="dk1"/>
                        </a:buClr>
                        <a:buSzPts val="1800"/>
                        <a:buFont typeface="Open Sans"/>
                        <a:buNone/>
                      </a:pPr>
                      <a:r>
                        <a:rPr lang="en-US" sz="1800" u="none" strike="noStrike" cap="none" dirty="0">
                          <a:latin typeface="Open Sans"/>
                          <a:ea typeface="Open Sans"/>
                          <a:cs typeface="Open Sans"/>
                          <a:sym typeface="Open Sans"/>
                        </a:rPr>
                        <a:t>As your final task, encrypt the</a:t>
                      </a:r>
                      <a:r>
                        <a:rPr lang="en-US" sz="1800" dirty="0">
                          <a:latin typeface="Open Sans"/>
                          <a:ea typeface="Open Sans"/>
                          <a:cs typeface="Open Sans"/>
                          <a:sym typeface="Open Sans"/>
                        </a:rPr>
                        <a:t> PDF</a:t>
                      </a:r>
                      <a:r>
                        <a:rPr lang="en-US" sz="1800" u="none" strike="noStrike" cap="none" dirty="0">
                          <a:latin typeface="Open Sans"/>
                          <a:ea typeface="Open Sans"/>
                          <a:cs typeface="Open Sans"/>
                          <a:sym typeface="Open Sans"/>
                        </a:rPr>
                        <a:t> using 7zip with a strong password. Password complexity: 15 or more characters and a combination of </a:t>
                      </a:r>
                      <a:r>
                        <a:rPr lang="en-US" sz="1800" u="none" strike="noStrike" cap="none" dirty="0" err="1">
                          <a:latin typeface="Open Sans"/>
                          <a:ea typeface="Open Sans"/>
                          <a:cs typeface="Open Sans"/>
                          <a:sym typeface="Open Sans"/>
                        </a:rPr>
                        <a:t>alphanumerics</a:t>
                      </a:r>
                      <a:r>
                        <a:rPr lang="en-US" sz="1800" u="none" strike="noStrike" cap="none" dirty="0">
                          <a:latin typeface="Open Sans"/>
                          <a:ea typeface="Open Sans"/>
                          <a:cs typeface="Open Sans"/>
                          <a:sym typeface="Open Sans"/>
                        </a:rPr>
                        <a:t> and special characters.</a:t>
                      </a:r>
                      <a:endParaRPr sz="1400" u="none" strike="noStrike" cap="none" dirty="0"/>
                    </a:p>
                    <a:p>
                      <a:pPr marL="0" marR="0" lvl="0" indent="0" algn="l" rtl="0">
                        <a:lnSpc>
                          <a:spcPct val="115000"/>
                        </a:lnSpc>
                        <a:spcBef>
                          <a:spcPts val="0"/>
                        </a:spcBef>
                        <a:spcAft>
                          <a:spcPts val="0"/>
                        </a:spcAft>
                        <a:buClr>
                          <a:schemeClr val="dk1"/>
                        </a:buClr>
                        <a:buSzPts val="1800"/>
                        <a:buFont typeface="Open Sans"/>
                        <a:buNone/>
                      </a:pPr>
                      <a:endParaRPr sz="1800" u="none" strike="noStrike" cap="none" dirty="0">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Helvetica Neue"/>
                        <a:buNone/>
                      </a:pPr>
                      <a:endParaRPr sz="1800" u="none" strike="noStrike" cap="none" dirty="0">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b="1" u="none" strike="noStrike" cap="none" dirty="0">
                          <a:latin typeface="Open Sans"/>
                          <a:ea typeface="Open Sans"/>
                          <a:cs typeface="Open Sans"/>
                          <a:sym typeface="Open Sans"/>
                        </a:rPr>
                        <a:t>When you submit the file you must also include your password as a note to the reviewer at </a:t>
                      </a:r>
                      <a:r>
                        <a:rPr lang="en-US" sz="1800" b="1" u="none" strike="noStrike" cap="none" dirty="0" err="1">
                          <a:latin typeface="Open Sans"/>
                          <a:ea typeface="Open Sans"/>
                          <a:cs typeface="Open Sans"/>
                          <a:sym typeface="Open Sans"/>
                        </a:rPr>
                        <a:t>Udacity</a:t>
                      </a:r>
                      <a:r>
                        <a:rPr lang="en-US" sz="1800" b="1" u="none" strike="noStrike" cap="none" dirty="0">
                          <a:latin typeface="Open Sans"/>
                          <a:ea typeface="Open Sans"/>
                          <a:cs typeface="Open Sans"/>
                          <a:sym typeface="Open Sans"/>
                        </a:rPr>
                        <a:t> or they will not be able to review your project</a:t>
                      </a:r>
                      <a:r>
                        <a:rPr lang="en-US" sz="1800" b="1" u="none" strike="noStrike" cap="none" dirty="0" smtClean="0">
                          <a:latin typeface="Open Sans"/>
                          <a:ea typeface="Open Sans"/>
                          <a:cs typeface="Open Sans"/>
                          <a:sym typeface="Open Sans"/>
                        </a:rPr>
                        <a:t>.</a:t>
                      </a:r>
                      <a:br>
                        <a:rPr lang="en-US" sz="1800" b="1" u="none" strike="noStrike" cap="none" dirty="0" smtClean="0">
                          <a:latin typeface="Open Sans"/>
                          <a:ea typeface="Open Sans"/>
                          <a:cs typeface="Open Sans"/>
                          <a:sym typeface="Open Sans"/>
                        </a:rPr>
                      </a:br>
                      <a:r>
                        <a:rPr lang="en-US" sz="1800" b="1" u="none" strike="noStrike" cap="none" dirty="0" smtClean="0">
                          <a:solidFill>
                            <a:srgbClr val="FF0000"/>
                          </a:solidFill>
                          <a:latin typeface="Open Sans"/>
                          <a:ea typeface="Open Sans"/>
                          <a:cs typeface="Open Sans"/>
                          <a:sym typeface="Open Sans"/>
                        </a:rPr>
                        <a:t/>
                      </a:r>
                      <a:br>
                        <a:rPr lang="en-US" sz="1800" b="1" u="none" strike="noStrike" cap="none" dirty="0" smtClean="0">
                          <a:solidFill>
                            <a:srgbClr val="FF0000"/>
                          </a:solidFill>
                          <a:latin typeface="Open Sans"/>
                          <a:ea typeface="Open Sans"/>
                          <a:cs typeface="Open Sans"/>
                          <a:sym typeface="Open Sans"/>
                        </a:rPr>
                      </a:br>
                      <a:r>
                        <a:rPr lang="en-US" sz="1800" b="1" u="none" strike="noStrike" cap="none" dirty="0" smtClean="0">
                          <a:solidFill>
                            <a:srgbClr val="FF0000"/>
                          </a:solidFill>
                          <a:latin typeface="Open Sans"/>
                          <a:ea typeface="Open Sans"/>
                          <a:cs typeface="Open Sans"/>
                          <a:sym typeface="Open Sans"/>
                        </a:rPr>
                        <a:t>Encryption Instructions:</a:t>
                      </a:r>
                    </a:p>
                    <a:p>
                      <a:pPr marL="0" marR="0" lvl="0" indent="0" algn="l" rtl="0">
                        <a:lnSpc>
                          <a:spcPct val="115000"/>
                        </a:lnSpc>
                        <a:spcBef>
                          <a:spcPts val="0"/>
                        </a:spcBef>
                        <a:spcAft>
                          <a:spcPts val="0"/>
                        </a:spcAft>
                        <a:buClr>
                          <a:schemeClr val="dk1"/>
                        </a:buClr>
                        <a:buSzPts val="1800"/>
                        <a:buFont typeface="Open Sans"/>
                        <a:buNone/>
                      </a:pPr>
                      <a:endParaRPr lang="en-US" sz="1800" b="1" u="none" strike="noStrike" cap="none" dirty="0" smtClean="0">
                        <a:solidFill>
                          <a:srgbClr val="FF0000"/>
                        </a:solidFill>
                        <a:latin typeface="Open Sans"/>
                        <a:ea typeface="Open Sans"/>
                        <a:cs typeface="Open Sans"/>
                        <a:sym typeface="Open Sans"/>
                      </a:endParaRPr>
                    </a:p>
                    <a:p>
                      <a:pPr marL="342900" marR="0" lvl="0" indent="-342900" algn="l" rtl="0">
                        <a:lnSpc>
                          <a:spcPct val="115000"/>
                        </a:lnSpc>
                        <a:spcBef>
                          <a:spcPts val="0"/>
                        </a:spcBef>
                        <a:spcAft>
                          <a:spcPts val="0"/>
                        </a:spcAft>
                        <a:buClr>
                          <a:schemeClr val="dk1"/>
                        </a:buClr>
                        <a:buSzPts val="1800"/>
                        <a:buFont typeface="+mj-lt"/>
                        <a:buAutoNum type="arabicPeriod"/>
                      </a:pPr>
                      <a:r>
                        <a:rPr lang="en-US" sz="1800" b="1" u="none" strike="noStrike" cap="none" dirty="0" smtClean="0">
                          <a:solidFill>
                            <a:srgbClr val="FF0000"/>
                          </a:solidFill>
                          <a:latin typeface="Open Sans"/>
                          <a:ea typeface="Open Sans"/>
                          <a:cs typeface="Open Sans"/>
                          <a:sym typeface="Open Sans"/>
                        </a:rPr>
                        <a:t>    Compress all project deliverables into a single ZIP file</a:t>
                      </a:r>
                    </a:p>
                    <a:p>
                      <a:pPr marL="342900" marR="0" lvl="0" indent="-342900" algn="l" rtl="0">
                        <a:lnSpc>
                          <a:spcPct val="115000"/>
                        </a:lnSpc>
                        <a:spcBef>
                          <a:spcPts val="0"/>
                        </a:spcBef>
                        <a:spcAft>
                          <a:spcPts val="0"/>
                        </a:spcAft>
                        <a:buClr>
                          <a:schemeClr val="dk1"/>
                        </a:buClr>
                        <a:buSzPts val="1800"/>
                        <a:buFont typeface="+mj-lt"/>
                        <a:buAutoNum type="arabicPeriod"/>
                      </a:pPr>
                      <a:endParaRPr lang="en-US" sz="1800" b="1" u="none" strike="noStrike" cap="none" dirty="0" smtClean="0">
                        <a:solidFill>
                          <a:srgbClr val="FF0000"/>
                        </a:solidFill>
                        <a:latin typeface="Open Sans"/>
                        <a:ea typeface="Open Sans"/>
                        <a:cs typeface="Open Sans"/>
                        <a:sym typeface="Open Sans"/>
                      </a:endParaRPr>
                    </a:p>
                    <a:p>
                      <a:pPr marL="342900" marR="0" lvl="0" indent="-342900" algn="l" rtl="0">
                        <a:lnSpc>
                          <a:spcPct val="115000"/>
                        </a:lnSpc>
                        <a:spcBef>
                          <a:spcPts val="0"/>
                        </a:spcBef>
                        <a:spcAft>
                          <a:spcPts val="0"/>
                        </a:spcAft>
                        <a:buClr>
                          <a:schemeClr val="dk1"/>
                        </a:buClr>
                        <a:buSzPts val="1800"/>
                        <a:buFont typeface="+mj-lt"/>
                        <a:buAutoNum type="arabicPeriod"/>
                      </a:pPr>
                      <a:r>
                        <a:rPr lang="en-US" sz="1800" b="1" u="none" strike="noStrike" cap="none" dirty="0" smtClean="0">
                          <a:solidFill>
                            <a:srgbClr val="FF0000"/>
                          </a:solidFill>
                          <a:latin typeface="Open Sans"/>
                          <a:ea typeface="Open Sans"/>
                          <a:cs typeface="Open Sans"/>
                          <a:sym typeface="Open Sans"/>
                        </a:rPr>
                        <a:t>    Use 7zip with AES-256 encryption</a:t>
                      </a:r>
                    </a:p>
                    <a:p>
                      <a:pPr marL="342900" marR="0" lvl="0" indent="-342900" algn="l" rtl="0">
                        <a:lnSpc>
                          <a:spcPct val="115000"/>
                        </a:lnSpc>
                        <a:spcBef>
                          <a:spcPts val="0"/>
                        </a:spcBef>
                        <a:spcAft>
                          <a:spcPts val="0"/>
                        </a:spcAft>
                        <a:buClr>
                          <a:schemeClr val="dk1"/>
                        </a:buClr>
                        <a:buSzPts val="1800"/>
                        <a:buFont typeface="+mj-lt"/>
                        <a:buAutoNum type="arabicPeriod"/>
                      </a:pPr>
                      <a:endParaRPr lang="en-US" sz="1800" b="1" u="none" strike="noStrike" cap="none" dirty="0" smtClean="0">
                        <a:solidFill>
                          <a:srgbClr val="FF0000"/>
                        </a:solidFill>
                        <a:latin typeface="Open Sans"/>
                        <a:ea typeface="Open Sans"/>
                        <a:cs typeface="Open Sans"/>
                        <a:sym typeface="Open Sans"/>
                      </a:endParaRPr>
                    </a:p>
                    <a:p>
                      <a:pPr marL="342900" marR="0" lvl="0" indent="-342900" algn="l" rtl="0">
                        <a:lnSpc>
                          <a:spcPct val="115000"/>
                        </a:lnSpc>
                        <a:spcBef>
                          <a:spcPts val="0"/>
                        </a:spcBef>
                        <a:spcAft>
                          <a:spcPts val="0"/>
                        </a:spcAft>
                        <a:buClr>
                          <a:schemeClr val="dk1"/>
                        </a:buClr>
                        <a:buSzPts val="1800"/>
                        <a:buFont typeface="+mj-lt"/>
                        <a:buAutoNum type="arabicPeriod"/>
                      </a:pPr>
                      <a:r>
                        <a:rPr lang="en-US" sz="1800" b="1" u="none" strike="noStrike" cap="none" dirty="0" smtClean="0">
                          <a:solidFill>
                            <a:srgbClr val="FF0000"/>
                          </a:solidFill>
                          <a:latin typeface="Open Sans"/>
                          <a:ea typeface="Open Sans"/>
                          <a:cs typeface="Open Sans"/>
                          <a:sym typeface="Open Sans"/>
                        </a:rPr>
                        <a:t>    Set strong password: DFI-Secure2024!Project@123</a:t>
                      </a:r>
                    </a:p>
                    <a:p>
                      <a:pPr marL="0" marR="0" lvl="0" indent="0" algn="l" rtl="0">
                        <a:lnSpc>
                          <a:spcPct val="115000"/>
                        </a:lnSpc>
                        <a:spcBef>
                          <a:spcPts val="0"/>
                        </a:spcBef>
                        <a:spcAft>
                          <a:spcPts val="0"/>
                        </a:spcAft>
                        <a:buClr>
                          <a:schemeClr val="dk1"/>
                        </a:buClr>
                        <a:buSzPts val="1800"/>
                        <a:buFont typeface="Open Sans"/>
                        <a:buNone/>
                      </a:pPr>
                      <a:endParaRPr lang="en-US" sz="1800" b="1" u="none" strike="noStrike" cap="none" dirty="0" smtClean="0">
                        <a:solidFill>
                          <a:srgbClr val="FF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1800"/>
                        <a:buFont typeface="Open Sans"/>
                        <a:buNone/>
                      </a:pPr>
                      <a:r>
                        <a:rPr lang="en-US" sz="1800" b="1" u="none" strike="noStrike" cap="none" dirty="0" smtClean="0">
                          <a:solidFill>
                            <a:srgbClr val="FF0000"/>
                          </a:solidFill>
                          <a:latin typeface="Open Sans"/>
                          <a:ea typeface="Open Sans"/>
                          <a:cs typeface="Open Sans"/>
                          <a:sym typeface="Open Sans"/>
                        </a:rPr>
                        <a:t>Command (if using command line):</a:t>
                      </a:r>
                      <a:br>
                        <a:rPr lang="en-US" sz="1800" b="1" u="none" strike="noStrike" cap="none" dirty="0" smtClean="0">
                          <a:solidFill>
                            <a:srgbClr val="FF0000"/>
                          </a:solidFill>
                          <a:latin typeface="Open Sans"/>
                          <a:ea typeface="Open Sans"/>
                          <a:cs typeface="Open Sans"/>
                          <a:sym typeface="Open Sans"/>
                        </a:rPr>
                      </a:br>
                      <a:r>
                        <a:rPr lang="en-US" sz="1800" b="1" u="none" strike="noStrike" cap="none" dirty="0" smtClean="0">
                          <a:solidFill>
                            <a:srgbClr val="FF0000"/>
                          </a:solidFill>
                          <a:latin typeface="Open Sans"/>
                          <a:ea typeface="Open Sans"/>
                          <a:cs typeface="Open Sans"/>
                          <a:sym typeface="Open Sans"/>
                        </a:rPr>
                        <a:t/>
                      </a:r>
                      <a:br>
                        <a:rPr lang="en-US" sz="1800" b="1" u="none" strike="noStrike" cap="none" dirty="0" smtClean="0">
                          <a:solidFill>
                            <a:srgbClr val="FF0000"/>
                          </a:solidFill>
                          <a:latin typeface="Open Sans"/>
                          <a:ea typeface="Open Sans"/>
                          <a:cs typeface="Open Sans"/>
                          <a:sym typeface="Open Sans"/>
                        </a:rPr>
                      </a:br>
                      <a:r>
                        <a:rPr lang="en-US" dirty="0" smtClean="0"/>
                        <a:t>7z a -p"DFI-Secure2024!Project@123" -</a:t>
                      </a:r>
                      <a:r>
                        <a:rPr lang="en-US" dirty="0" err="1" smtClean="0"/>
                        <a:t>mhe</a:t>
                      </a:r>
                      <a:r>
                        <a:rPr lang="en-US" dirty="0" smtClean="0"/>
                        <a:t>=on DFI_Project_Submission.7z *.</a:t>
                      </a:r>
                      <a:r>
                        <a:rPr lang="en-US" dirty="0" err="1" smtClean="0"/>
                        <a:t>pptx</a:t>
                      </a:r>
                      <a:r>
                        <a:rPr lang="en-US" dirty="0" smtClean="0"/>
                        <a:t> *.</a:t>
                      </a:r>
                      <a:r>
                        <a:rPr lang="en-US" dirty="0" err="1" smtClean="0"/>
                        <a:t>docx</a:t>
                      </a:r>
                      <a:r>
                        <a:rPr lang="en-US" dirty="0" smtClean="0"/>
                        <a:t> *.</a:t>
                      </a:r>
                      <a:r>
                        <a:rPr lang="en-US" dirty="0" err="1" smtClean="0"/>
                        <a:t>xlsx</a:t>
                      </a:r>
                      <a:r>
                        <a:rPr lang="en-US" dirty="0" smtClean="0"/>
                        <a:t> screenshots/</a:t>
                      </a:r>
                      <a:endParaRPr sz="1400" u="none" strike="noStrike" cap="none" dirty="0">
                        <a:solidFill>
                          <a:srgbClr val="FF0000"/>
                        </a:solidFill>
                      </a:endParaRPr>
                    </a:p>
                  </a:txBody>
                  <a:tcPr marL="91425" marR="91425" marT="91425" marB="91425" anchor="ctr"/>
                </a:tc>
                <a:extLst>
                  <a:ext uri="{0D108BD9-81ED-4DB2-BD59-A6C34878D82A}">
                    <a16:rowId xmlns:a16="http://schemas.microsoft.com/office/drawing/2014/main" val="10000"/>
                  </a:ext>
                </a:extLst>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2E3D49"/>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3083</Words>
  <Application>Microsoft Office PowerPoint</Application>
  <PresentationFormat>Custom</PresentationFormat>
  <Paragraphs>297</Paragraphs>
  <Slides>34</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Arial Unicode MS</vt:lpstr>
      <vt:lpstr>Helvetica Neue</vt:lpstr>
      <vt:lpstr>Open Sans</vt:lpstr>
      <vt:lpstr>Open Sans Light</vt:lpstr>
      <vt:lpstr>Simple Light</vt:lpstr>
      <vt:lpstr>PowerPoint Presentation</vt:lpstr>
      <vt:lpstr>Securing a Computer System</vt:lpstr>
      <vt:lpstr>Week 1</vt:lpstr>
      <vt:lpstr>Connect - Evidence Windows</vt:lpstr>
      <vt:lpstr>2. Security Analysis Instructions</vt:lpstr>
      <vt:lpstr>PowerPoint Presentation</vt:lpstr>
      <vt:lpstr>PowerPoint Presentation</vt:lpstr>
      <vt:lpstr>PowerPoint Presentation</vt:lpstr>
      <vt:lpstr>2. Security Analysis: HR and Roles</vt:lpstr>
      <vt:lpstr>2. Security Analysis: Services</vt:lpstr>
      <vt:lpstr>3. Firewall Rules - Instructions </vt:lpstr>
      <vt:lpstr>3. Firewall Rules - Evidence </vt:lpstr>
      <vt:lpstr>4. VPN Encryption Recommendation Instructions and Evidence</vt:lpstr>
      <vt:lpstr>5. IDS Rule - Instructions</vt:lpstr>
      <vt:lpstr>5. IDS Rule </vt:lpstr>
      <vt:lpstr>6. File Hash Verification - Instructions</vt:lpstr>
      <vt:lpstr>6. File Hash Verification</vt:lpstr>
      <vt:lpstr>PowerPoint Presentation</vt:lpstr>
      <vt:lpstr>Week 2</vt:lpstr>
      <vt:lpstr>7. Automation - Instructions</vt:lpstr>
      <vt:lpstr>7. Automation - Evidence</vt:lpstr>
      <vt:lpstr>8. Logging RDP Attempts - Instructions</vt:lpstr>
      <vt:lpstr>8. Logging RDP Attempts</vt:lpstr>
      <vt:lpstr>PowerPoint Presentation</vt:lpstr>
      <vt:lpstr>9. Linux Data Management</vt:lpstr>
      <vt:lpstr>9. Linux Directories</vt:lpstr>
      <vt:lpstr>9. Linux Groups</vt:lpstr>
      <vt:lpstr>9. Linux Folder Permissions</vt:lpstr>
      <vt:lpstr>10. Firewall Alert Response</vt:lpstr>
      <vt:lpstr>PowerPoint Presentation</vt:lpstr>
      <vt:lpstr>11. Status Report and Next Steps</vt:lpstr>
      <vt:lpstr>11. Status Report</vt:lpstr>
      <vt:lpstr>11. Next Steps</vt:lpstr>
      <vt:lpstr>12. File Encryption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Fatma Alzahra Alemam</cp:lastModifiedBy>
  <cp:revision>10</cp:revision>
  <dcterms:modified xsi:type="dcterms:W3CDTF">2026-01-09T21:08:14Z</dcterms:modified>
</cp:coreProperties>
</file>